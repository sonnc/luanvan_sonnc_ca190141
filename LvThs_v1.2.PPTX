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310" r:id="rId2"/>
    <p:sldId id="312" r:id="rId3"/>
    <p:sldId id="320" r:id="rId4"/>
    <p:sldId id="321" r:id="rId5"/>
    <p:sldId id="330" r:id="rId6"/>
    <p:sldId id="322" r:id="rId7"/>
    <p:sldId id="323" r:id="rId8"/>
    <p:sldId id="328" r:id="rId9"/>
    <p:sldId id="324" r:id="rId10"/>
    <p:sldId id="329" r:id="rId11"/>
    <p:sldId id="26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go Van Truong (FIS HR HN)" initials="NVT(HH" lastIdx="1" clrIdx="0">
    <p:extLst>
      <p:ext uri="{19B8F6BF-5375-455C-9EA6-DF929625EA0E}">
        <p15:presenceInfo xmlns:p15="http://schemas.microsoft.com/office/powerpoint/2012/main" userId="Ngo Van Truong (FIS HR HN)" providerId="None"/>
      </p:ext>
    </p:extLst>
  </p:cmAuthor>
  <p:cmAuthor id="2" name="Nguyễn Công Sơn" initials="NCS" lastIdx="1" clrIdx="1">
    <p:extLst>
      <p:ext uri="{19B8F6BF-5375-455C-9EA6-DF929625EA0E}">
        <p15:presenceInfo xmlns:p15="http://schemas.microsoft.com/office/powerpoint/2012/main" userId="4e6c510bb9d2bdd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8944"/>
    <a:srgbClr val="660033"/>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41" autoAdjust="0"/>
    <p:restoredTop sz="94291" autoAdjust="0"/>
  </p:normalViewPr>
  <p:slideViewPr>
    <p:cSldViewPr snapToGrid="0">
      <p:cViewPr varScale="1">
        <p:scale>
          <a:sx n="69" d="100"/>
          <a:sy n="69" d="100"/>
        </p:scale>
        <p:origin x="576" y="6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209061-6C39-450F-A509-8FFE57C1251C}" type="datetimeFigureOut">
              <a:rPr lang="en-US" smtClean="0"/>
              <a:t>3/21/2021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F9A174-BD37-4CF9-A3FC-30F95FD3068F}" type="slidenum">
              <a:rPr lang="en-US" smtClean="0"/>
              <a:t>‹#›</a:t>
            </a:fld>
            <a:endParaRPr lang="en-US"/>
          </a:p>
        </p:txBody>
      </p:sp>
    </p:spTree>
    <p:extLst>
      <p:ext uri="{BB962C8B-B14F-4D97-AF65-F5344CB8AC3E}">
        <p14:creationId xmlns:p14="http://schemas.microsoft.com/office/powerpoint/2010/main" val="22561561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Với</a:t>
            </a:r>
            <a:r>
              <a:rPr lang="en-US" dirty="0"/>
              <a:t> </a:t>
            </a:r>
            <a:r>
              <a:rPr lang="en-US" dirty="0" err="1"/>
              <a:t>đề</a:t>
            </a:r>
            <a:r>
              <a:rPr lang="en-US" dirty="0"/>
              <a:t> </a:t>
            </a:r>
            <a:r>
              <a:rPr lang="en-US" dirty="0" err="1"/>
              <a:t>tài</a:t>
            </a:r>
            <a:r>
              <a:rPr lang="en-US" dirty="0"/>
              <a:t> </a:t>
            </a:r>
            <a:r>
              <a:rPr lang="en-US" dirty="0" err="1"/>
              <a:t>này</a:t>
            </a:r>
            <a:r>
              <a:rPr lang="en-US" dirty="0"/>
              <a:t>, </a:t>
            </a:r>
            <a:r>
              <a:rPr lang="en-US" dirty="0" err="1"/>
              <a:t>em</a:t>
            </a:r>
            <a:r>
              <a:rPr lang="en-US" dirty="0"/>
              <a:t> </a:t>
            </a:r>
            <a:r>
              <a:rPr lang="en-US" dirty="0" err="1"/>
              <a:t>xin</a:t>
            </a:r>
            <a:r>
              <a:rPr lang="en-US" dirty="0"/>
              <a:t> </a:t>
            </a:r>
            <a:r>
              <a:rPr lang="en-US" dirty="0" err="1"/>
              <a:t>trình</a:t>
            </a:r>
            <a:r>
              <a:rPr lang="en-US" dirty="0"/>
              <a:t> </a:t>
            </a:r>
            <a:r>
              <a:rPr lang="en-US" dirty="0" err="1"/>
              <a:t>bày</a:t>
            </a:r>
            <a:r>
              <a:rPr lang="en-US" dirty="0"/>
              <a:t> </a:t>
            </a:r>
            <a:r>
              <a:rPr lang="en-US" dirty="0" err="1"/>
              <a:t>các</a:t>
            </a:r>
            <a:r>
              <a:rPr lang="en-US" dirty="0"/>
              <a:t> </a:t>
            </a:r>
            <a:r>
              <a:rPr lang="en-US" dirty="0" err="1"/>
              <a:t>phần</a:t>
            </a:r>
            <a:r>
              <a:rPr lang="en-US" dirty="0"/>
              <a:t> </a:t>
            </a:r>
            <a:r>
              <a:rPr lang="en-US" dirty="0" err="1"/>
              <a:t>có</a:t>
            </a:r>
            <a:r>
              <a:rPr lang="en-US" dirty="0"/>
              <a:t> </a:t>
            </a:r>
            <a:r>
              <a:rPr lang="en-US" dirty="0" err="1"/>
              <a:t>nội</a:t>
            </a:r>
            <a:r>
              <a:rPr lang="en-US" dirty="0"/>
              <a:t> dung </a:t>
            </a:r>
            <a:r>
              <a:rPr lang="en-US" dirty="0" err="1"/>
              <a:t>như</a:t>
            </a:r>
            <a:r>
              <a:rPr lang="en-US" dirty="0"/>
              <a:t> </a:t>
            </a:r>
            <a:r>
              <a:rPr lang="en-US" dirty="0" err="1"/>
              <a:t>sau</a:t>
            </a:r>
            <a:r>
              <a:rPr lang="en-US" dirty="0"/>
              <a:t>:</a:t>
            </a:r>
          </a:p>
          <a:p>
            <a:pPr marL="228600" indent="-228600">
              <a:buAutoNum type="arabicPeriod"/>
            </a:pPr>
            <a:r>
              <a:rPr lang="en-US" dirty="0" err="1"/>
              <a:t>Nhu</a:t>
            </a:r>
            <a:r>
              <a:rPr lang="en-US" dirty="0"/>
              <a:t> </a:t>
            </a:r>
            <a:r>
              <a:rPr lang="en-US" dirty="0" err="1"/>
              <a:t>cầu</a:t>
            </a:r>
            <a:r>
              <a:rPr lang="en-US" dirty="0"/>
              <a:t> </a:t>
            </a:r>
            <a:r>
              <a:rPr lang="en-US" dirty="0" err="1"/>
              <a:t>và</a:t>
            </a:r>
            <a:r>
              <a:rPr lang="en-US" dirty="0"/>
              <a:t> </a:t>
            </a:r>
            <a:r>
              <a:rPr lang="en-US" dirty="0" err="1"/>
              <a:t>tính</a:t>
            </a:r>
            <a:r>
              <a:rPr lang="en-US" dirty="0"/>
              <a:t> </a:t>
            </a:r>
            <a:r>
              <a:rPr lang="en-US" dirty="0" err="1"/>
              <a:t>cấp</a:t>
            </a:r>
            <a:r>
              <a:rPr lang="en-US" dirty="0"/>
              <a:t> </a:t>
            </a:r>
            <a:r>
              <a:rPr lang="en-US" dirty="0" err="1"/>
              <a:t>thiết</a:t>
            </a:r>
            <a:r>
              <a:rPr lang="en-US" dirty="0"/>
              <a:t>: </a:t>
            </a:r>
            <a:r>
              <a:rPr lang="en-US" dirty="0" err="1"/>
              <a:t>phần</a:t>
            </a:r>
            <a:r>
              <a:rPr lang="en-US" dirty="0"/>
              <a:t> </a:t>
            </a:r>
            <a:r>
              <a:rPr lang="en-US" dirty="0" err="1"/>
              <a:t>này</a:t>
            </a:r>
            <a:r>
              <a:rPr lang="en-US" dirty="0"/>
              <a:t> </a:t>
            </a:r>
            <a:r>
              <a:rPr lang="en-US" dirty="0" err="1"/>
              <a:t>sẽ</a:t>
            </a:r>
            <a:r>
              <a:rPr lang="en-US" dirty="0"/>
              <a:t> </a:t>
            </a:r>
            <a:r>
              <a:rPr lang="en-US" dirty="0" err="1"/>
              <a:t>nói</a:t>
            </a:r>
            <a:r>
              <a:rPr lang="en-US" dirty="0"/>
              <a:t> </a:t>
            </a:r>
            <a:r>
              <a:rPr lang="en-US" dirty="0" err="1"/>
              <a:t>về</a:t>
            </a:r>
            <a:r>
              <a:rPr lang="en-US" dirty="0"/>
              <a:t> </a:t>
            </a:r>
            <a:r>
              <a:rPr lang="en-US" dirty="0" err="1"/>
              <a:t>tính</a:t>
            </a:r>
            <a:r>
              <a:rPr lang="en-US" dirty="0"/>
              <a:t> </a:t>
            </a:r>
            <a:r>
              <a:rPr lang="en-US" dirty="0" err="1"/>
              <a:t>nhu</a:t>
            </a:r>
            <a:r>
              <a:rPr lang="en-US" dirty="0"/>
              <a:t> </a:t>
            </a:r>
            <a:r>
              <a:rPr lang="en-US" dirty="0" err="1"/>
              <a:t>cầu</a:t>
            </a:r>
            <a:r>
              <a:rPr lang="en-US" dirty="0"/>
              <a:t> </a:t>
            </a:r>
            <a:r>
              <a:rPr lang="en-US" dirty="0" err="1"/>
              <a:t>hiện</a:t>
            </a:r>
            <a:r>
              <a:rPr lang="en-US" dirty="0"/>
              <a:t> </a:t>
            </a:r>
            <a:r>
              <a:rPr lang="en-US" dirty="0" err="1"/>
              <a:t>tại</a:t>
            </a:r>
            <a:r>
              <a:rPr lang="en-US" dirty="0"/>
              <a:t> </a:t>
            </a:r>
            <a:r>
              <a:rPr lang="en-US" dirty="0" err="1"/>
              <a:t>của</a:t>
            </a:r>
            <a:r>
              <a:rPr lang="en-US" dirty="0"/>
              <a:t> </a:t>
            </a:r>
            <a:r>
              <a:rPr lang="en-US" dirty="0" err="1"/>
              <a:t>công</a:t>
            </a:r>
            <a:r>
              <a:rPr lang="en-US" dirty="0"/>
              <a:t> ty </a:t>
            </a:r>
            <a:r>
              <a:rPr lang="en-US" dirty="0" err="1"/>
              <a:t>và</a:t>
            </a:r>
            <a:r>
              <a:rPr lang="en-US" dirty="0"/>
              <a:t> </a:t>
            </a:r>
            <a:r>
              <a:rPr lang="en-US" dirty="0" err="1"/>
              <a:t>mức</a:t>
            </a:r>
            <a:r>
              <a:rPr lang="en-US" dirty="0"/>
              <a:t> </a:t>
            </a:r>
            <a:r>
              <a:rPr lang="en-US" dirty="0" err="1"/>
              <a:t>độ</a:t>
            </a:r>
            <a:r>
              <a:rPr lang="en-US" dirty="0"/>
              <a:t> </a:t>
            </a:r>
            <a:r>
              <a:rPr lang="en-US" dirty="0" err="1"/>
              <a:t>quan</a:t>
            </a:r>
            <a:r>
              <a:rPr lang="en-US" dirty="0"/>
              <a:t> </a:t>
            </a:r>
            <a:r>
              <a:rPr lang="en-US" dirty="0" err="1"/>
              <a:t>trọng</a:t>
            </a:r>
            <a:r>
              <a:rPr lang="en-US" dirty="0"/>
              <a:t> </a:t>
            </a:r>
            <a:r>
              <a:rPr lang="en-US" dirty="0" err="1"/>
              <a:t>của</a:t>
            </a:r>
            <a:r>
              <a:rPr lang="en-US" dirty="0"/>
              <a:t> </a:t>
            </a:r>
            <a:r>
              <a:rPr lang="en-US" dirty="0" err="1"/>
              <a:t>vấn</a:t>
            </a:r>
            <a:r>
              <a:rPr lang="en-US" dirty="0"/>
              <a:t> </a:t>
            </a:r>
            <a:r>
              <a:rPr lang="en-US" dirty="0" err="1"/>
              <a:t>đề</a:t>
            </a:r>
            <a:endParaRPr lang="en-US" dirty="0"/>
          </a:p>
          <a:p>
            <a:pPr marL="228600" indent="-228600">
              <a:buAutoNum type="arabicPeriod"/>
            </a:pPr>
            <a:r>
              <a:rPr lang="en-US" dirty="0" err="1"/>
              <a:t>Hiện</a:t>
            </a:r>
            <a:r>
              <a:rPr lang="en-US" dirty="0"/>
              <a:t> </a:t>
            </a:r>
            <a:r>
              <a:rPr lang="en-US" dirty="0" err="1"/>
              <a:t>trạng</a:t>
            </a:r>
            <a:r>
              <a:rPr lang="en-US" dirty="0"/>
              <a:t> </a:t>
            </a:r>
            <a:r>
              <a:rPr lang="en-US" dirty="0" err="1"/>
              <a:t>quản</a:t>
            </a:r>
            <a:r>
              <a:rPr lang="en-US" dirty="0"/>
              <a:t> </a:t>
            </a:r>
            <a:r>
              <a:rPr lang="en-US" dirty="0" err="1"/>
              <a:t>lý</a:t>
            </a:r>
            <a:r>
              <a:rPr lang="en-US" dirty="0"/>
              <a:t> </a:t>
            </a:r>
            <a:r>
              <a:rPr lang="en-US" dirty="0" err="1"/>
              <a:t>công</a:t>
            </a:r>
            <a:r>
              <a:rPr lang="en-US" dirty="0"/>
              <a:t> </a:t>
            </a:r>
            <a:r>
              <a:rPr lang="en-US" dirty="0" err="1"/>
              <a:t>việc</a:t>
            </a:r>
            <a:r>
              <a:rPr lang="en-US" dirty="0"/>
              <a:t> </a:t>
            </a:r>
            <a:r>
              <a:rPr lang="en-US" dirty="0" err="1"/>
              <a:t>và</a:t>
            </a:r>
            <a:r>
              <a:rPr lang="en-US" dirty="0"/>
              <a:t> </a:t>
            </a:r>
            <a:r>
              <a:rPr lang="en-US" dirty="0" err="1"/>
              <a:t>đánh</a:t>
            </a:r>
            <a:r>
              <a:rPr lang="en-US" dirty="0"/>
              <a:t> </a:t>
            </a:r>
            <a:r>
              <a:rPr lang="en-US" dirty="0" err="1"/>
              <a:t>giá</a:t>
            </a:r>
            <a:r>
              <a:rPr lang="en-US" dirty="0"/>
              <a:t> </a:t>
            </a:r>
            <a:r>
              <a:rPr lang="en-US" dirty="0" err="1"/>
              <a:t>tại</a:t>
            </a:r>
            <a:r>
              <a:rPr lang="en-US" dirty="0"/>
              <a:t> </a:t>
            </a:r>
            <a:r>
              <a:rPr lang="en-US" dirty="0" err="1"/>
              <a:t>PrBBNKBIDV</a:t>
            </a:r>
            <a:r>
              <a:rPr lang="en-US" dirty="0"/>
              <a:t>: </a:t>
            </a:r>
            <a:r>
              <a:rPr lang="en-US" dirty="0" err="1"/>
              <a:t>Phần</a:t>
            </a:r>
            <a:r>
              <a:rPr lang="en-US" dirty="0"/>
              <a:t> </a:t>
            </a:r>
            <a:r>
              <a:rPr lang="en-US" dirty="0" err="1"/>
              <a:t>này</a:t>
            </a:r>
            <a:r>
              <a:rPr lang="en-US" dirty="0"/>
              <a:t> </a:t>
            </a:r>
            <a:r>
              <a:rPr lang="en-US" dirty="0" err="1"/>
              <a:t>sẽ</a:t>
            </a:r>
            <a:r>
              <a:rPr lang="en-US" dirty="0"/>
              <a:t> </a:t>
            </a:r>
            <a:r>
              <a:rPr lang="en-US" dirty="0" err="1"/>
              <a:t>trình</a:t>
            </a:r>
            <a:r>
              <a:rPr lang="en-US" dirty="0"/>
              <a:t> </a:t>
            </a:r>
            <a:r>
              <a:rPr lang="en-US" dirty="0" err="1"/>
              <a:t>bày</a:t>
            </a:r>
            <a:r>
              <a:rPr lang="en-US" dirty="0"/>
              <a:t> </a:t>
            </a:r>
            <a:r>
              <a:rPr lang="en-US" dirty="0" err="1"/>
              <a:t>về</a:t>
            </a:r>
            <a:r>
              <a:rPr lang="en-US" dirty="0"/>
              <a:t> </a:t>
            </a:r>
            <a:r>
              <a:rPr lang="en-US" dirty="0" err="1"/>
              <a:t>cách</a:t>
            </a:r>
            <a:r>
              <a:rPr lang="en-US" dirty="0"/>
              <a:t> </a:t>
            </a:r>
            <a:r>
              <a:rPr lang="en-US" dirty="0" err="1"/>
              <a:t>thức</a:t>
            </a:r>
            <a:r>
              <a:rPr lang="en-US" dirty="0"/>
              <a:t> </a:t>
            </a:r>
            <a:r>
              <a:rPr lang="en-US" dirty="0" err="1"/>
              <a:t>thực</a:t>
            </a:r>
            <a:r>
              <a:rPr lang="en-US" dirty="0"/>
              <a:t> </a:t>
            </a:r>
            <a:r>
              <a:rPr lang="en-US" dirty="0" err="1"/>
              <a:t>hiện</a:t>
            </a:r>
            <a:r>
              <a:rPr lang="en-US" dirty="0"/>
              <a:t> </a:t>
            </a:r>
            <a:r>
              <a:rPr lang="en-US" dirty="0" err="1"/>
              <a:t>và</a:t>
            </a:r>
            <a:r>
              <a:rPr lang="en-US" dirty="0"/>
              <a:t> </a:t>
            </a:r>
            <a:r>
              <a:rPr lang="en-US" dirty="0" err="1"/>
              <a:t>quy</a:t>
            </a:r>
            <a:r>
              <a:rPr lang="en-US" dirty="0"/>
              <a:t> </a:t>
            </a:r>
            <a:r>
              <a:rPr lang="en-US" dirty="0" err="1"/>
              <a:t>trình</a:t>
            </a:r>
            <a:r>
              <a:rPr lang="en-US" dirty="0"/>
              <a:t> </a:t>
            </a:r>
            <a:r>
              <a:rPr lang="en-US" dirty="0" err="1"/>
              <a:t>thực</a:t>
            </a:r>
            <a:r>
              <a:rPr lang="en-US" dirty="0"/>
              <a:t> </a:t>
            </a:r>
            <a:r>
              <a:rPr lang="en-US" dirty="0" err="1"/>
              <a:t>hiện</a:t>
            </a:r>
            <a:r>
              <a:rPr lang="en-US" dirty="0"/>
              <a:t> </a:t>
            </a:r>
            <a:r>
              <a:rPr lang="en-US" dirty="0" err="1"/>
              <a:t>hiện</a:t>
            </a:r>
            <a:r>
              <a:rPr lang="en-US" dirty="0"/>
              <a:t> </a:t>
            </a:r>
            <a:r>
              <a:rPr lang="en-US" dirty="0" err="1"/>
              <a:t>tại</a:t>
            </a:r>
            <a:r>
              <a:rPr lang="en-US" dirty="0"/>
              <a:t> </a:t>
            </a:r>
            <a:r>
              <a:rPr lang="en-US" dirty="0" err="1"/>
              <a:t>của</a:t>
            </a:r>
            <a:r>
              <a:rPr lang="en-US" dirty="0"/>
              <a:t> </a:t>
            </a:r>
            <a:r>
              <a:rPr lang="en-US" dirty="0" err="1"/>
              <a:t>công</a:t>
            </a:r>
            <a:r>
              <a:rPr lang="en-US" dirty="0"/>
              <a:t> ty</a:t>
            </a:r>
          </a:p>
          <a:p>
            <a:pPr marL="228600" indent="-228600">
              <a:buAutoNum type="arabicPeriod"/>
            </a:pPr>
            <a:r>
              <a:rPr lang="en-US" dirty="0" err="1"/>
              <a:t>Mục</a:t>
            </a:r>
            <a:r>
              <a:rPr lang="en-US" dirty="0"/>
              <a:t> </a:t>
            </a:r>
            <a:r>
              <a:rPr lang="en-US" dirty="0" err="1"/>
              <a:t>tiêu</a:t>
            </a:r>
            <a:r>
              <a:rPr lang="en-US" dirty="0"/>
              <a:t>: </a:t>
            </a:r>
            <a:r>
              <a:rPr lang="en-US" dirty="0" err="1"/>
              <a:t>phần</a:t>
            </a:r>
            <a:r>
              <a:rPr lang="en-US" dirty="0"/>
              <a:t> </a:t>
            </a:r>
            <a:r>
              <a:rPr lang="en-US" dirty="0" err="1"/>
              <a:t>này</a:t>
            </a:r>
            <a:r>
              <a:rPr lang="en-US" dirty="0"/>
              <a:t> </a:t>
            </a:r>
            <a:r>
              <a:rPr lang="en-US" dirty="0" err="1"/>
              <a:t>trình</a:t>
            </a:r>
            <a:r>
              <a:rPr lang="en-US" dirty="0"/>
              <a:t> </a:t>
            </a:r>
            <a:r>
              <a:rPr lang="en-US" dirty="0" err="1"/>
              <a:t>bày</a:t>
            </a:r>
            <a:r>
              <a:rPr lang="en-US" dirty="0"/>
              <a:t> </a:t>
            </a:r>
            <a:r>
              <a:rPr lang="en-US" dirty="0" err="1"/>
              <a:t>về</a:t>
            </a:r>
            <a:r>
              <a:rPr lang="en-US" dirty="0"/>
              <a:t> </a:t>
            </a:r>
            <a:r>
              <a:rPr lang="en-US" dirty="0" err="1"/>
              <a:t>mục</a:t>
            </a:r>
            <a:r>
              <a:rPr lang="en-US" dirty="0"/>
              <a:t> </a:t>
            </a:r>
            <a:r>
              <a:rPr lang="en-US" dirty="0" err="1"/>
              <a:t>tiêu</a:t>
            </a:r>
            <a:r>
              <a:rPr lang="en-US" dirty="0"/>
              <a:t> </a:t>
            </a:r>
            <a:r>
              <a:rPr lang="en-US" dirty="0" err="1"/>
              <a:t>cần</a:t>
            </a:r>
            <a:r>
              <a:rPr lang="en-US" dirty="0"/>
              <a:t> </a:t>
            </a:r>
            <a:r>
              <a:rPr lang="en-US" dirty="0" err="1"/>
              <a:t>đạt</a:t>
            </a:r>
            <a:r>
              <a:rPr lang="en-US" dirty="0"/>
              <a:t> </a:t>
            </a:r>
            <a:r>
              <a:rPr lang="en-US" dirty="0" err="1"/>
              <a:t>được</a:t>
            </a:r>
            <a:r>
              <a:rPr lang="en-US" dirty="0"/>
              <a:t> </a:t>
            </a:r>
            <a:r>
              <a:rPr lang="en-US" dirty="0" err="1"/>
              <a:t>với</a:t>
            </a:r>
            <a:r>
              <a:rPr lang="en-US" dirty="0"/>
              <a:t> </a:t>
            </a:r>
            <a:r>
              <a:rPr lang="en-US" dirty="0" err="1"/>
              <a:t>thực</a:t>
            </a:r>
            <a:r>
              <a:rPr lang="en-US" dirty="0"/>
              <a:t> </a:t>
            </a:r>
            <a:r>
              <a:rPr lang="en-US" dirty="0" err="1"/>
              <a:t>trạng</a:t>
            </a:r>
            <a:r>
              <a:rPr lang="en-US" dirty="0"/>
              <a:t> </a:t>
            </a:r>
            <a:r>
              <a:rPr lang="en-US" dirty="0" err="1"/>
              <a:t>trên</a:t>
            </a:r>
            <a:endParaRPr lang="en-US" dirty="0"/>
          </a:p>
          <a:p>
            <a:pPr marL="228600" indent="-228600">
              <a:buAutoNum type="arabicPeriod"/>
            </a:pPr>
            <a:r>
              <a:rPr lang="en-US" dirty="0" err="1"/>
              <a:t>Định</a:t>
            </a:r>
            <a:r>
              <a:rPr lang="en-US" dirty="0"/>
              <a:t> </a:t>
            </a:r>
            <a:r>
              <a:rPr lang="en-US" dirty="0" err="1"/>
              <a:t>hướng</a:t>
            </a:r>
            <a:r>
              <a:rPr lang="en-US" dirty="0"/>
              <a:t> </a:t>
            </a:r>
            <a:r>
              <a:rPr lang="en-US" dirty="0" err="1"/>
              <a:t>giải</a:t>
            </a:r>
            <a:r>
              <a:rPr lang="en-US" dirty="0"/>
              <a:t> </a:t>
            </a:r>
            <a:r>
              <a:rPr lang="en-US" dirty="0" err="1"/>
              <a:t>pháp</a:t>
            </a:r>
            <a:r>
              <a:rPr lang="en-US" dirty="0"/>
              <a:t>: </a:t>
            </a:r>
            <a:r>
              <a:rPr lang="en-US" dirty="0" err="1"/>
              <a:t>phần</a:t>
            </a:r>
            <a:r>
              <a:rPr lang="en-US" dirty="0"/>
              <a:t> </a:t>
            </a:r>
            <a:r>
              <a:rPr lang="en-US" dirty="0" err="1"/>
              <a:t>này</a:t>
            </a:r>
            <a:r>
              <a:rPr lang="en-US" dirty="0"/>
              <a:t> </a:t>
            </a:r>
            <a:r>
              <a:rPr lang="en-US" dirty="0" err="1"/>
              <a:t>sẽ</a:t>
            </a:r>
            <a:r>
              <a:rPr lang="en-US" dirty="0"/>
              <a:t> </a:t>
            </a:r>
            <a:r>
              <a:rPr lang="en-US" dirty="0" err="1"/>
              <a:t>đưa</a:t>
            </a:r>
            <a:r>
              <a:rPr lang="en-US" dirty="0"/>
              <a:t> ra </a:t>
            </a:r>
            <a:r>
              <a:rPr lang="en-US" dirty="0" err="1"/>
              <a:t>các</a:t>
            </a:r>
            <a:r>
              <a:rPr lang="en-US" dirty="0"/>
              <a:t> </a:t>
            </a:r>
            <a:r>
              <a:rPr lang="en-US" dirty="0" err="1"/>
              <a:t>giải</a:t>
            </a:r>
            <a:r>
              <a:rPr lang="en-US" dirty="0"/>
              <a:t> </a:t>
            </a:r>
            <a:r>
              <a:rPr lang="en-US" dirty="0" err="1"/>
              <a:t>pháp</a:t>
            </a:r>
            <a:r>
              <a:rPr lang="en-US" dirty="0"/>
              <a:t> </a:t>
            </a:r>
            <a:r>
              <a:rPr lang="en-US" dirty="0" err="1"/>
              <a:t>trong</a:t>
            </a:r>
            <a:r>
              <a:rPr lang="en-US" dirty="0"/>
              <a:t> </a:t>
            </a:r>
            <a:r>
              <a:rPr lang="en-US" dirty="0" err="1"/>
              <a:t>quản</a:t>
            </a:r>
            <a:r>
              <a:rPr lang="en-US" dirty="0"/>
              <a:t> </a:t>
            </a:r>
            <a:r>
              <a:rPr lang="en-US" dirty="0" err="1"/>
              <a:t>lý</a:t>
            </a:r>
            <a:r>
              <a:rPr lang="en-US" dirty="0"/>
              <a:t> </a:t>
            </a:r>
            <a:r>
              <a:rPr lang="en-US" dirty="0" err="1"/>
              <a:t>công</a:t>
            </a:r>
            <a:r>
              <a:rPr lang="en-US" dirty="0"/>
              <a:t> </a:t>
            </a:r>
            <a:r>
              <a:rPr lang="en-US" dirty="0" err="1"/>
              <a:t>việc</a:t>
            </a:r>
            <a:r>
              <a:rPr lang="en-US" dirty="0"/>
              <a:t>, </a:t>
            </a:r>
            <a:r>
              <a:rPr lang="en-US" dirty="0" err="1"/>
              <a:t>quản</a:t>
            </a:r>
            <a:r>
              <a:rPr lang="en-US" dirty="0"/>
              <a:t> </a:t>
            </a:r>
            <a:r>
              <a:rPr lang="en-US" dirty="0" err="1"/>
              <a:t>lý</a:t>
            </a:r>
            <a:r>
              <a:rPr lang="en-US" dirty="0"/>
              <a:t> </a:t>
            </a:r>
            <a:r>
              <a:rPr lang="en-US" dirty="0" err="1"/>
              <a:t>đánh</a:t>
            </a:r>
            <a:r>
              <a:rPr lang="en-US" dirty="0"/>
              <a:t> </a:t>
            </a:r>
            <a:r>
              <a:rPr lang="en-US" dirty="0" err="1"/>
              <a:t>giá</a:t>
            </a:r>
            <a:r>
              <a:rPr lang="en-US" dirty="0"/>
              <a:t> </a:t>
            </a:r>
            <a:r>
              <a:rPr lang="en-US" dirty="0" err="1"/>
              <a:t>và</a:t>
            </a:r>
            <a:r>
              <a:rPr lang="en-US" dirty="0"/>
              <a:t> </a:t>
            </a:r>
            <a:r>
              <a:rPr lang="en-US" dirty="0" err="1"/>
              <a:t>tính</a:t>
            </a:r>
            <a:r>
              <a:rPr lang="en-US" dirty="0"/>
              <a:t> </a:t>
            </a:r>
            <a:r>
              <a:rPr lang="en-US" dirty="0" err="1"/>
              <a:t>khoán</a:t>
            </a:r>
            <a:r>
              <a:rPr lang="en-US" dirty="0"/>
              <a:t>, </a:t>
            </a:r>
            <a:r>
              <a:rPr lang="en-US" dirty="0" err="1"/>
              <a:t>tạm</a:t>
            </a:r>
            <a:r>
              <a:rPr lang="en-US" dirty="0"/>
              <a:t> </a:t>
            </a:r>
            <a:r>
              <a:rPr lang="en-US" dirty="0" err="1"/>
              <a:t>ứng</a:t>
            </a:r>
            <a:r>
              <a:rPr lang="en-US" dirty="0"/>
              <a:t> </a:t>
            </a:r>
            <a:r>
              <a:rPr lang="en-US" dirty="0" err="1"/>
              <a:t>hiệu</a:t>
            </a:r>
            <a:r>
              <a:rPr lang="en-US" dirty="0"/>
              <a:t> </a:t>
            </a:r>
            <a:r>
              <a:rPr lang="en-US" dirty="0" err="1"/>
              <a:t>quả</a:t>
            </a:r>
            <a:r>
              <a:rPr lang="en-US" dirty="0"/>
              <a:t> </a:t>
            </a:r>
            <a:r>
              <a:rPr lang="en-US" dirty="0" err="1"/>
              <a:t>dự</a:t>
            </a:r>
            <a:r>
              <a:rPr lang="en-US" dirty="0"/>
              <a:t> </a:t>
            </a:r>
            <a:r>
              <a:rPr lang="en-US" dirty="0" err="1"/>
              <a:t>án</a:t>
            </a:r>
            <a:endParaRPr lang="en-US" dirty="0"/>
          </a:p>
          <a:p>
            <a:pPr marL="228600" indent="-228600">
              <a:buAutoNum type="arabicPeriod"/>
            </a:pPr>
            <a:r>
              <a:rPr lang="en-US" dirty="0" err="1"/>
              <a:t>Đóng</a:t>
            </a:r>
            <a:r>
              <a:rPr lang="en-US" dirty="0"/>
              <a:t> </a:t>
            </a:r>
            <a:r>
              <a:rPr lang="en-US" dirty="0" err="1"/>
              <a:t>góp</a:t>
            </a:r>
            <a:r>
              <a:rPr lang="en-US" dirty="0"/>
              <a:t> </a:t>
            </a:r>
            <a:r>
              <a:rPr lang="en-US" dirty="0" err="1"/>
              <a:t>phát</a:t>
            </a:r>
            <a:r>
              <a:rPr lang="en-US" dirty="0"/>
              <a:t> </a:t>
            </a:r>
            <a:r>
              <a:rPr lang="en-US" dirty="0" err="1"/>
              <a:t>triển</a:t>
            </a:r>
            <a:r>
              <a:rPr lang="en-US" dirty="0"/>
              <a:t>: </a:t>
            </a:r>
            <a:r>
              <a:rPr lang="en-US" dirty="0" err="1"/>
              <a:t>phần</a:t>
            </a:r>
            <a:r>
              <a:rPr lang="en-US" dirty="0"/>
              <a:t> </a:t>
            </a:r>
            <a:r>
              <a:rPr lang="en-US" dirty="0" err="1"/>
              <a:t>này</a:t>
            </a:r>
            <a:r>
              <a:rPr lang="en-US" dirty="0"/>
              <a:t> </a:t>
            </a:r>
            <a:r>
              <a:rPr lang="en-US" dirty="0" err="1"/>
              <a:t>sẽ</a:t>
            </a:r>
            <a:r>
              <a:rPr lang="en-US" dirty="0"/>
              <a:t> </a:t>
            </a:r>
            <a:r>
              <a:rPr lang="en-US" dirty="0" err="1"/>
              <a:t>đưa</a:t>
            </a:r>
            <a:r>
              <a:rPr lang="en-US" dirty="0"/>
              <a:t> ra </a:t>
            </a:r>
            <a:r>
              <a:rPr lang="en-US" dirty="0" err="1"/>
              <a:t>các</a:t>
            </a:r>
            <a:r>
              <a:rPr lang="en-US" dirty="0"/>
              <a:t> </a:t>
            </a:r>
            <a:r>
              <a:rPr lang="en-US" dirty="0" err="1"/>
              <a:t>đóng</a:t>
            </a:r>
            <a:r>
              <a:rPr lang="en-US" dirty="0"/>
              <a:t> </a:t>
            </a:r>
            <a:r>
              <a:rPr lang="en-US" dirty="0" err="1"/>
              <a:t>góp</a:t>
            </a:r>
            <a:r>
              <a:rPr lang="en-US" dirty="0"/>
              <a:t> </a:t>
            </a:r>
            <a:r>
              <a:rPr lang="en-US" dirty="0" err="1"/>
              <a:t>về</a:t>
            </a:r>
            <a:r>
              <a:rPr lang="en-US" dirty="0"/>
              <a:t> </a:t>
            </a:r>
            <a:r>
              <a:rPr lang="en-US" dirty="0" err="1"/>
              <a:t>quy</a:t>
            </a:r>
            <a:r>
              <a:rPr lang="en-US" dirty="0"/>
              <a:t> </a:t>
            </a:r>
            <a:r>
              <a:rPr lang="en-US" dirty="0" err="1"/>
              <a:t>trình</a:t>
            </a:r>
            <a:r>
              <a:rPr lang="en-US" dirty="0"/>
              <a:t>, </a:t>
            </a:r>
            <a:r>
              <a:rPr lang="en-US" dirty="0" err="1"/>
              <a:t>đóng</a:t>
            </a:r>
            <a:r>
              <a:rPr lang="en-US" dirty="0"/>
              <a:t> </a:t>
            </a:r>
            <a:r>
              <a:rPr lang="en-US" dirty="0" err="1"/>
              <a:t>đóng</a:t>
            </a:r>
            <a:r>
              <a:rPr lang="en-US" dirty="0"/>
              <a:t> </a:t>
            </a:r>
            <a:r>
              <a:rPr lang="en-US" dirty="0" err="1"/>
              <a:t>góp</a:t>
            </a:r>
            <a:r>
              <a:rPr lang="en-US" dirty="0"/>
              <a:t> </a:t>
            </a:r>
            <a:r>
              <a:rPr lang="en-US" dirty="0" err="1"/>
              <a:t>công</a:t>
            </a:r>
            <a:r>
              <a:rPr lang="en-US" dirty="0"/>
              <a:t> </a:t>
            </a:r>
            <a:r>
              <a:rPr lang="en-US" dirty="0" err="1"/>
              <a:t>thức</a:t>
            </a:r>
            <a:r>
              <a:rPr lang="en-US" dirty="0"/>
              <a:t> </a:t>
            </a:r>
            <a:r>
              <a:rPr lang="en-US" dirty="0" err="1"/>
              <a:t>và</a:t>
            </a:r>
            <a:r>
              <a:rPr lang="en-US" dirty="0"/>
              <a:t> </a:t>
            </a:r>
            <a:r>
              <a:rPr lang="en-US" dirty="0" err="1"/>
              <a:t>đóng</a:t>
            </a:r>
            <a:r>
              <a:rPr lang="en-US" dirty="0"/>
              <a:t> </a:t>
            </a:r>
            <a:r>
              <a:rPr lang="en-US" dirty="0" err="1"/>
              <a:t>góp</a:t>
            </a:r>
            <a:r>
              <a:rPr lang="en-US" dirty="0"/>
              <a:t> </a:t>
            </a:r>
            <a:r>
              <a:rPr lang="en-US" dirty="0" err="1"/>
              <a:t>chương</a:t>
            </a:r>
            <a:r>
              <a:rPr lang="en-US" dirty="0"/>
              <a:t> </a:t>
            </a:r>
            <a:r>
              <a:rPr lang="en-US" dirty="0" err="1"/>
              <a:t>trình</a:t>
            </a:r>
            <a:endParaRPr lang="en-US" dirty="0"/>
          </a:p>
        </p:txBody>
      </p:sp>
      <p:sp>
        <p:nvSpPr>
          <p:cNvPr id="4" name="Slide Number Placeholder 3"/>
          <p:cNvSpPr>
            <a:spLocks noGrp="1"/>
          </p:cNvSpPr>
          <p:nvPr>
            <p:ph type="sldNum" sz="quarter" idx="5"/>
          </p:nvPr>
        </p:nvSpPr>
        <p:spPr/>
        <p:txBody>
          <a:bodyPr/>
          <a:lstStyle/>
          <a:p>
            <a:fld id="{6DF9A174-BD37-4CF9-A3FC-30F95FD3068F}" type="slidenum">
              <a:rPr lang="en-US" smtClean="0"/>
              <a:t>2</a:t>
            </a:fld>
            <a:endParaRPr lang="en-US"/>
          </a:p>
        </p:txBody>
      </p:sp>
    </p:spTree>
    <p:extLst>
      <p:ext uri="{BB962C8B-B14F-4D97-AF65-F5344CB8AC3E}">
        <p14:creationId xmlns:p14="http://schemas.microsoft.com/office/powerpoint/2010/main" val="24185049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pPr>
            <a:r>
              <a:rPr lang="en-US" sz="1200" b="1" dirty="0" err="1">
                <a:latin typeface="Verdana" panose="020B0604030504040204" pitchFamily="34" charset="0"/>
                <a:ea typeface="Verdana" panose="020B0604030504040204" pitchFamily="34" charset="0"/>
              </a:rPr>
              <a:t>Quản</a:t>
            </a:r>
            <a:r>
              <a:rPr lang="en-US" sz="1200" b="1" dirty="0">
                <a:latin typeface="Verdana" panose="020B0604030504040204" pitchFamily="34" charset="0"/>
                <a:ea typeface="Verdana" panose="020B0604030504040204" pitchFamily="34" charset="0"/>
              </a:rPr>
              <a:t> </a:t>
            </a:r>
            <a:r>
              <a:rPr lang="en-US" sz="1200" b="1" dirty="0" err="1">
                <a:latin typeface="Verdana" panose="020B0604030504040204" pitchFamily="34" charset="0"/>
                <a:ea typeface="Verdana" panose="020B0604030504040204" pitchFamily="34" charset="0"/>
              </a:rPr>
              <a:t>lý</a:t>
            </a:r>
            <a:r>
              <a:rPr lang="en-US" sz="1200" b="1" dirty="0">
                <a:latin typeface="Verdana" panose="020B0604030504040204" pitchFamily="34" charset="0"/>
                <a:ea typeface="Verdana" panose="020B0604030504040204" pitchFamily="34" charset="0"/>
              </a:rPr>
              <a:t> </a:t>
            </a:r>
            <a:r>
              <a:rPr lang="en-US" sz="1200" b="1" dirty="0" err="1">
                <a:latin typeface="Verdana" panose="020B0604030504040204" pitchFamily="34" charset="0"/>
                <a:ea typeface="Verdana" panose="020B0604030504040204" pitchFamily="34" charset="0"/>
              </a:rPr>
              <a:t>công</a:t>
            </a:r>
            <a:r>
              <a:rPr lang="en-US" sz="1200" b="1" dirty="0">
                <a:latin typeface="Verdana" panose="020B0604030504040204" pitchFamily="34" charset="0"/>
                <a:ea typeface="Verdana" panose="020B0604030504040204" pitchFamily="34" charset="0"/>
              </a:rPr>
              <a:t> </a:t>
            </a:r>
            <a:r>
              <a:rPr lang="en-US" sz="1200" b="1" dirty="0" err="1">
                <a:latin typeface="Verdana" panose="020B0604030504040204" pitchFamily="34" charset="0"/>
                <a:ea typeface="Verdana" panose="020B0604030504040204" pitchFamily="34" charset="0"/>
              </a:rPr>
              <a:t>việc</a:t>
            </a:r>
            <a:endParaRPr lang="en-US" sz="1200" b="1" dirty="0">
              <a:latin typeface="Verdana" panose="020B0604030504040204" pitchFamily="34" charset="0"/>
              <a:ea typeface="Verdana" panose="020B0604030504040204" pitchFamily="34" charset="0"/>
            </a:endParaRPr>
          </a:p>
          <a:p>
            <a:pPr marL="285750" indent="-285750">
              <a:lnSpc>
                <a:spcPct val="150000"/>
              </a:lnSpc>
              <a:buFontTx/>
              <a:buChar char="-"/>
            </a:pPr>
            <a:r>
              <a:rPr lang="en-US" sz="1200" dirty="0" err="1">
                <a:latin typeface="Verdana" panose="020B0604030504040204" pitchFamily="34" charset="0"/>
                <a:ea typeface="Verdana" panose="020B0604030504040204" pitchFamily="34" charset="0"/>
              </a:rPr>
              <a:t>Quản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lý</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công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việc</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trong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và</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ngoài</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dự</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án</a:t>
            </a:r>
            <a:r>
              <a:rPr lang="en-US" sz="1200" dirty="0">
                <a:latin typeface="Verdana" panose="020B0604030504040204" pitchFamily="34" charset="0"/>
                <a:ea typeface="Verdana" panose="020B0604030504040204" pitchFamily="34" charset="0"/>
              </a:rPr>
              <a:t>: bao </a:t>
            </a:r>
            <a:r>
              <a:rPr lang="en-US" sz="1200" dirty="0" err="1">
                <a:latin typeface="Verdana" panose="020B0604030504040204" pitchFamily="34" charset="0"/>
                <a:ea typeface="Verdana" panose="020B0604030504040204" pitchFamily="34" charset="0"/>
              </a:rPr>
              <a:t>gồm</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quản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lý</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các</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công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việc</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trong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dự</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án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như</a:t>
            </a:r>
            <a:r>
              <a:rPr lang="en-US" sz="1200" dirty="0">
                <a:latin typeface="Verdana" panose="020B0604030504040204" pitchFamily="34" charset="0"/>
                <a:ea typeface="Verdana" panose="020B0604030504040204" pitchFamily="34" charset="0"/>
              </a:rPr>
              <a:t> issue, </a:t>
            </a:r>
            <a:r>
              <a:rPr lang="en-US" sz="1200" dirty="0" err="1">
                <a:latin typeface="Verdana" panose="020B0604030504040204" pitchFamily="34" charset="0"/>
                <a:ea typeface="Verdana" panose="020B0604030504040204" pitchFamily="34" charset="0"/>
              </a:rPr>
              <a:t>họp</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phân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công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công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việc</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theo</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raci</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Đưa</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các</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công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việc</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nằm</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ngoài</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dự</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án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như</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đào</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tạo</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nhân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viên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học</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và</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thi</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chứng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chỉ</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theo</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yêu</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cầu</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cầu</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hoặc</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làm</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hồ</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sơ</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mời</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thầu</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Các</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công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việc</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theo</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giai</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đoạn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và</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nhóm</a:t>
            </a:r>
            <a:r>
              <a:rPr lang="en-US" sz="1200" dirty="0">
                <a:latin typeface="Verdana" panose="020B0604030504040204" pitchFamily="34" charset="0"/>
                <a:ea typeface="Verdana" panose="020B0604030504040204" pitchFamily="34" charset="0"/>
              </a:rPr>
              <a:t>.</a:t>
            </a:r>
          </a:p>
          <a:p>
            <a:pPr marL="285750" indent="-285750">
              <a:lnSpc>
                <a:spcPct val="150000"/>
              </a:lnSpc>
              <a:buFontTx/>
              <a:buChar char="-"/>
            </a:pPr>
            <a:r>
              <a:rPr lang="en-US" sz="1200" dirty="0" err="1">
                <a:latin typeface="Verdana" panose="020B0604030504040204" pitchFamily="34" charset="0"/>
                <a:ea typeface="Verdana" panose="020B0604030504040204" pitchFamily="34" charset="0"/>
              </a:rPr>
              <a:t>Tận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dụng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tối</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đa</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nguồn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lực</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tối</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đa</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nguồn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lực</a:t>
            </a:r>
            <a:r>
              <a:rPr lang="en-US" sz="1200" dirty="0">
                <a:latin typeface="Verdana" panose="020B0604030504040204" pitchFamily="34" charset="0"/>
                <a:ea typeface="Verdana" panose="020B0604030504040204" pitchFamily="34" charset="0"/>
              </a:rPr>
              <a:t> ở </a:t>
            </a:r>
            <a:r>
              <a:rPr lang="en-US" sz="1200" dirty="0" err="1">
                <a:latin typeface="Verdana" panose="020B0604030504040204" pitchFamily="34" charset="0"/>
                <a:ea typeface="Verdana" panose="020B0604030504040204" pitchFamily="34" charset="0"/>
              </a:rPr>
              <a:t>đây</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là</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việc</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phân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bổ</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mức</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độ</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bussy</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của</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mỗi</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các</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nhân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theo</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tiêu</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chí</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trên</a:t>
            </a:r>
            <a:r>
              <a:rPr lang="en-US" sz="1200" dirty="0">
                <a:latin typeface="Verdana" panose="020B0604030504040204" pitchFamily="34" charset="0"/>
                <a:ea typeface="Verdana" panose="020B0604030504040204" pitchFamily="34" charset="0"/>
              </a:rPr>
              <a:t> 100%, </a:t>
            </a:r>
            <a:r>
              <a:rPr lang="en-US" sz="1200" dirty="0" err="1">
                <a:latin typeface="Verdana" panose="020B0604030504040204" pitchFamily="34" charset="0"/>
                <a:ea typeface="Verdana" panose="020B0604030504040204" pitchFamily="34" charset="0"/>
              </a:rPr>
              <a:t>mỗi</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cá</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nhân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cần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phải</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tự</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cố</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gắng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công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việc</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vì</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theo</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chính</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sách</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khoán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thì</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sẽ</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trả</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theo</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mức</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độ</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đóng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góp</a:t>
            </a:r>
            <a:endParaRPr lang="en-US" sz="1200" dirty="0">
              <a:latin typeface="Verdana" panose="020B0604030504040204" pitchFamily="34" charset="0"/>
              <a:ea typeface="Verdana" panose="020B0604030504040204" pitchFamily="34" charset="0"/>
            </a:endParaRPr>
          </a:p>
          <a:p>
            <a:pPr marL="285750" indent="-285750">
              <a:lnSpc>
                <a:spcPct val="150000"/>
              </a:lnSpc>
              <a:buFontTx/>
              <a:buChar char="-"/>
            </a:pPr>
            <a:r>
              <a:rPr lang="en-US" sz="1200" dirty="0" err="1">
                <a:latin typeface="Verdana" panose="020B0604030504040204" pitchFamily="34" charset="0"/>
                <a:ea typeface="Verdana" panose="020B0604030504040204" pitchFamily="34" charset="0"/>
              </a:rPr>
              <a:t>Sử</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dụng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dữ</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liệu</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làm</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cơ</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sở</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tính</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khoán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Từ</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dữ</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liệu</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công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việc</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kiểm</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soát</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tiến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độ</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làm</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cơ</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sở</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tính</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khoán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một</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cách</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tự</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động</a:t>
            </a:r>
            <a:endParaRPr lang="en-US" sz="1200" dirty="0">
              <a:latin typeface="Verdana" panose="020B0604030504040204" pitchFamily="34" charset="0"/>
              <a:ea typeface="Verdana" panose="020B0604030504040204" pitchFamily="34" charset="0"/>
            </a:endParaRPr>
          </a:p>
          <a:p>
            <a:pPr>
              <a:lnSpc>
                <a:spcPct val="150000"/>
              </a:lnSpc>
            </a:pPr>
            <a:r>
              <a:rPr lang="en-US" sz="1200" b="1" dirty="0" err="1">
                <a:latin typeface="Verdana" panose="020B0604030504040204" pitchFamily="34" charset="0"/>
                <a:ea typeface="Verdana" panose="020B0604030504040204" pitchFamily="34" charset="0"/>
              </a:rPr>
              <a:t>Quản</a:t>
            </a:r>
            <a:r>
              <a:rPr lang="en-US" sz="1200" b="1" dirty="0">
                <a:latin typeface="Verdana" panose="020B0604030504040204" pitchFamily="34" charset="0"/>
                <a:ea typeface="Verdana" panose="020B0604030504040204" pitchFamily="34" charset="0"/>
              </a:rPr>
              <a:t> </a:t>
            </a:r>
            <a:r>
              <a:rPr lang="en-US" sz="1200" b="1" dirty="0" err="1">
                <a:latin typeface="Verdana" panose="020B0604030504040204" pitchFamily="34" charset="0"/>
                <a:ea typeface="Verdana" panose="020B0604030504040204" pitchFamily="34" charset="0"/>
              </a:rPr>
              <a:t>lý</a:t>
            </a:r>
            <a:r>
              <a:rPr lang="en-US" sz="1200" b="1" dirty="0">
                <a:latin typeface="Verdana" panose="020B0604030504040204" pitchFamily="34" charset="0"/>
                <a:ea typeface="Verdana" panose="020B0604030504040204" pitchFamily="34" charset="0"/>
              </a:rPr>
              <a:t> </a:t>
            </a:r>
            <a:r>
              <a:rPr lang="en-US" sz="1200" b="1" dirty="0" err="1">
                <a:latin typeface="Verdana" panose="020B0604030504040204" pitchFamily="34" charset="0"/>
                <a:ea typeface="Verdana" panose="020B0604030504040204" pitchFamily="34" charset="0"/>
              </a:rPr>
              <a:t>đánh</a:t>
            </a:r>
            <a:r>
              <a:rPr lang="en-US" sz="1200" b="1" dirty="0">
                <a:latin typeface="Verdana" panose="020B0604030504040204" pitchFamily="34" charset="0"/>
                <a:ea typeface="Verdana" panose="020B0604030504040204" pitchFamily="34" charset="0"/>
              </a:rPr>
              <a:t> </a:t>
            </a:r>
            <a:r>
              <a:rPr lang="en-US" sz="1200" b="1" dirty="0" err="1">
                <a:latin typeface="Verdana" panose="020B0604030504040204" pitchFamily="34" charset="0"/>
                <a:ea typeface="Verdana" panose="020B0604030504040204" pitchFamily="34" charset="0"/>
              </a:rPr>
              <a:t>giá</a:t>
            </a:r>
            <a:endParaRPr lang="en-US" sz="1200" b="1" dirty="0">
              <a:latin typeface="Verdana" panose="020B0604030504040204" pitchFamily="34" charset="0"/>
              <a:ea typeface="Verdana" panose="020B0604030504040204" pitchFamily="34" charset="0"/>
            </a:endParaRPr>
          </a:p>
          <a:p>
            <a:pPr marL="285750" indent="-285750">
              <a:lnSpc>
                <a:spcPct val="150000"/>
              </a:lnSpc>
              <a:buFontTx/>
              <a:buChar char="-"/>
            </a:pPr>
            <a:r>
              <a:rPr lang="en-US" sz="1200" dirty="0" err="1">
                <a:latin typeface="Verdana" panose="020B0604030504040204" pitchFamily="34" charset="0"/>
                <a:ea typeface="Verdana" panose="020B0604030504040204" pitchFamily="34" charset="0"/>
              </a:rPr>
              <a:t>Quản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lý</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các</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chỉ</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tiêu</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đánh</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giá</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trong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phòng</a:t>
            </a:r>
            <a:r>
              <a:rPr lang="en-US" sz="1200" dirty="0">
                <a:latin typeface="Verdana" panose="020B0604030504040204" pitchFamily="34" charset="0"/>
                <a:ea typeface="Verdana" panose="020B0604030504040204" pitchFamily="34" charset="0"/>
              </a:rPr>
              <a:t> ban: </a:t>
            </a:r>
            <a:r>
              <a:rPr lang="en-US" sz="1200" dirty="0" err="1">
                <a:latin typeface="Verdana" panose="020B0604030504040204" pitchFamily="34" charset="0"/>
                <a:ea typeface="Verdana" panose="020B0604030504040204" pitchFamily="34" charset="0"/>
              </a:rPr>
              <a:t>Các</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chỉ</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tiêu</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cần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phải</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được</a:t>
            </a:r>
            <a:r>
              <a:rPr lang="en-US" sz="1200" dirty="0">
                <a:latin typeface="Verdana" panose="020B0604030504040204" pitchFamily="34" charset="0"/>
                <a:ea typeface="Verdana" panose="020B0604030504040204" pitchFamily="34" charset="0"/>
              </a:rPr>
              <a:t> chi </a:t>
            </a:r>
            <a:r>
              <a:rPr lang="en-US" sz="1200" dirty="0" err="1">
                <a:latin typeface="Verdana" panose="020B0604030504040204" pitchFamily="34" charset="0"/>
                <a:ea typeface="Verdana" panose="020B0604030504040204" pitchFamily="34" charset="0"/>
              </a:rPr>
              <a:t>tiết</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hóa</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cụ</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thể</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và</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phải</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mang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tính</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định</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lượng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có</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chỉ</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số</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rõ</a:t>
            </a:r>
            <a:r>
              <a:rPr lang="en-US" sz="1200" dirty="0">
                <a:latin typeface="Verdana" panose="020B0604030504040204" pitchFamily="34" charset="0"/>
                <a:ea typeface="Verdana" panose="020B0604030504040204" pitchFamily="34" charset="0"/>
              </a:rPr>
              <a:t> rang, </a:t>
            </a:r>
            <a:r>
              <a:rPr lang="en-US" sz="1200" dirty="0" err="1">
                <a:latin typeface="Verdana" panose="020B0604030504040204" pitchFamily="34" charset="0"/>
                <a:ea typeface="Verdana" panose="020B0604030504040204" pitchFamily="34" charset="0"/>
              </a:rPr>
              <a:t>phân</a:t>
            </a:r>
            <a:r>
              <a:rPr lang="en-US" sz="1200" dirty="0">
                <a:latin typeface="Verdana" panose="020B0604030504040204" pitchFamily="34" charset="0"/>
                <a:ea typeface="Verdana" panose="020B0604030504040204" pitchFamily="34" charset="0"/>
              </a:rPr>
              <a:t> chia </a:t>
            </a:r>
            <a:r>
              <a:rPr lang="en-US" sz="1200" dirty="0" err="1">
                <a:latin typeface="Verdana" panose="020B0604030504040204" pitchFamily="34" charset="0"/>
                <a:ea typeface="Verdana" panose="020B0604030504040204" pitchFamily="34" charset="0"/>
              </a:rPr>
              <a:t>theo</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từng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đối</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tượng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xử</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lý</a:t>
            </a:r>
            <a:endParaRPr lang="en-US" sz="1200" dirty="0">
              <a:latin typeface="Verdana" panose="020B0604030504040204" pitchFamily="34" charset="0"/>
              <a:ea typeface="Verdana" panose="020B0604030504040204" pitchFamily="34" charset="0"/>
            </a:endParaRPr>
          </a:p>
          <a:p>
            <a:pPr marL="285750" indent="-285750">
              <a:lnSpc>
                <a:spcPct val="150000"/>
              </a:lnSpc>
              <a:buFontTx/>
              <a:buChar char="-"/>
            </a:pPr>
            <a:r>
              <a:rPr lang="en-US" sz="1200" dirty="0" err="1">
                <a:latin typeface="Verdana" panose="020B0604030504040204" pitchFamily="34" charset="0"/>
                <a:ea typeface="Verdana" panose="020B0604030504040204" pitchFamily="34" charset="0"/>
              </a:rPr>
              <a:t>Đánh</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giá</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một</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cách</a:t>
            </a:r>
            <a:r>
              <a:rPr lang="en-US" sz="1200" dirty="0">
                <a:latin typeface="Verdana" panose="020B0604030504040204" pitchFamily="34" charset="0"/>
                <a:ea typeface="Verdana" panose="020B0604030504040204" pitchFamily="34" charset="0"/>
              </a:rPr>
              <a:t> chi </a:t>
            </a:r>
            <a:r>
              <a:rPr lang="en-US" sz="1200" dirty="0" err="1">
                <a:latin typeface="Verdana" panose="020B0604030504040204" pitchFamily="34" charset="0"/>
                <a:ea typeface="Verdana" panose="020B0604030504040204" pitchFamily="34" charset="0"/>
              </a:rPr>
              <a:t>tiết</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công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bằng</a:t>
            </a:r>
            <a:endParaRPr lang="en-US" sz="1200" dirty="0">
              <a:latin typeface="Verdana" panose="020B0604030504040204" pitchFamily="34" charset="0"/>
              <a:ea typeface="Verdana" panose="020B0604030504040204" pitchFamily="34" charset="0"/>
            </a:endParaRPr>
          </a:p>
          <a:p>
            <a:pPr marL="285750" indent="-285750">
              <a:lnSpc>
                <a:spcPct val="150000"/>
              </a:lnSpc>
              <a:buFontTx/>
              <a:buChar char="-"/>
            </a:pPr>
            <a:r>
              <a:rPr lang="en-US" sz="1200" dirty="0" err="1">
                <a:latin typeface="Verdana" panose="020B0604030504040204" pitchFamily="34" charset="0"/>
                <a:ea typeface="Verdana" panose="020B0604030504040204" pitchFamily="34" charset="0"/>
              </a:rPr>
              <a:t>Sử</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dụng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đánh</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giá</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làm</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cơ</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sở</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tính</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khoán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và</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xếp</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loại</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nhân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viên</a:t>
            </a:r>
            <a:endParaRPr lang="en-US" sz="1200" dirty="0">
              <a:latin typeface="Verdana" panose="020B0604030504040204" pitchFamily="34" charset="0"/>
              <a:ea typeface="Verdana" panose="020B0604030504040204" pitchFamily="34" charset="0"/>
            </a:endParaRPr>
          </a:p>
          <a:p>
            <a:pPr>
              <a:lnSpc>
                <a:spcPct val="150000"/>
              </a:lnSpc>
            </a:pPr>
            <a:r>
              <a:rPr lang="en-US" sz="1200" b="1" dirty="0" err="1">
                <a:latin typeface="Verdana" panose="020B0604030504040204" pitchFamily="34" charset="0"/>
                <a:ea typeface="Verdana" panose="020B0604030504040204" pitchFamily="34" charset="0"/>
              </a:rPr>
              <a:t>Khoán</a:t>
            </a:r>
            <a:r>
              <a:rPr lang="en-US" sz="1200" b="1" dirty="0">
                <a:latin typeface="Verdana" panose="020B0604030504040204" pitchFamily="34" charset="0"/>
                <a:ea typeface="Verdana" panose="020B0604030504040204" pitchFamily="34" charset="0"/>
              </a:rPr>
              <a:t> </a:t>
            </a:r>
            <a:r>
              <a:rPr lang="en-US" sz="1200" b="1" dirty="0" err="1">
                <a:latin typeface="Verdana" panose="020B0604030504040204" pitchFamily="34" charset="0"/>
                <a:ea typeface="Verdana" panose="020B0604030504040204" pitchFamily="34" charset="0"/>
              </a:rPr>
              <a:t>và</a:t>
            </a:r>
            <a:r>
              <a:rPr lang="en-US" sz="1200" b="1" dirty="0">
                <a:latin typeface="Verdana" panose="020B0604030504040204" pitchFamily="34" charset="0"/>
                <a:ea typeface="Verdana" panose="020B0604030504040204" pitchFamily="34" charset="0"/>
              </a:rPr>
              <a:t> </a:t>
            </a:r>
            <a:r>
              <a:rPr lang="en-US" sz="1200" b="1" dirty="0" err="1">
                <a:latin typeface="Verdana" panose="020B0604030504040204" pitchFamily="34" charset="0"/>
                <a:ea typeface="Verdana" panose="020B0604030504040204" pitchFamily="34" charset="0"/>
              </a:rPr>
              <a:t>thưởng</a:t>
            </a:r>
            <a:r>
              <a:rPr lang="en-US" sz="1200" b="1" dirty="0">
                <a:latin typeface="Verdana" panose="020B0604030504040204" pitchFamily="34" charset="0"/>
                <a:ea typeface="Verdana" panose="020B0604030504040204" pitchFamily="34" charset="0"/>
              </a:rPr>
              <a:t> </a:t>
            </a:r>
            <a:r>
              <a:rPr lang="en-US" sz="1200" b="1" dirty="0" err="1">
                <a:latin typeface="Verdana" panose="020B0604030504040204" pitchFamily="34" charset="0"/>
                <a:ea typeface="Verdana" panose="020B0604030504040204" pitchFamily="34" charset="0"/>
              </a:rPr>
              <a:t>theo</a:t>
            </a:r>
            <a:r>
              <a:rPr lang="en-US" sz="1200" b="1" dirty="0">
                <a:latin typeface="Verdana" panose="020B0604030504040204" pitchFamily="34" charset="0"/>
                <a:ea typeface="Verdana" panose="020B0604030504040204" pitchFamily="34" charset="0"/>
              </a:rPr>
              <a:t> </a:t>
            </a:r>
            <a:r>
              <a:rPr lang="en-US" sz="1200" b="1" dirty="0" err="1">
                <a:latin typeface="Verdana" panose="020B0604030504040204" pitchFamily="34" charset="0"/>
                <a:ea typeface="Verdana" panose="020B0604030504040204" pitchFamily="34" charset="0"/>
              </a:rPr>
              <a:t>chính</a:t>
            </a:r>
            <a:r>
              <a:rPr lang="en-US" sz="1200" b="1" dirty="0">
                <a:latin typeface="Verdana" panose="020B0604030504040204" pitchFamily="34" charset="0"/>
                <a:ea typeface="Verdana" panose="020B0604030504040204" pitchFamily="34" charset="0"/>
              </a:rPr>
              <a:t> </a:t>
            </a:r>
            <a:r>
              <a:rPr lang="en-US" sz="1200" b="1" dirty="0" err="1">
                <a:latin typeface="Verdana" panose="020B0604030504040204" pitchFamily="34" charset="0"/>
                <a:ea typeface="Verdana" panose="020B0604030504040204" pitchFamily="34" charset="0"/>
              </a:rPr>
              <a:t>sách</a:t>
            </a:r>
            <a:r>
              <a:rPr lang="en-US" sz="1200" b="1" dirty="0">
                <a:latin typeface="Verdana" panose="020B0604030504040204" pitchFamily="34" charset="0"/>
                <a:ea typeface="Verdana" panose="020B0604030504040204" pitchFamily="34" charset="0"/>
              </a:rPr>
              <a:t> </a:t>
            </a:r>
            <a:r>
              <a:rPr lang="en-US" sz="1200" b="1" dirty="0" err="1">
                <a:latin typeface="Verdana" panose="020B0604030504040204" pitchFamily="34" charset="0"/>
                <a:ea typeface="Verdana" panose="020B0604030504040204" pitchFamily="34" charset="0"/>
              </a:rPr>
              <a:t>khoán</a:t>
            </a:r>
            <a:endParaRPr lang="en-US" sz="1200" b="1" dirty="0">
              <a:latin typeface="Verdana" panose="020B0604030504040204" pitchFamily="34" charset="0"/>
              <a:ea typeface="Verdana" panose="020B0604030504040204" pitchFamily="34" charset="0"/>
            </a:endParaRPr>
          </a:p>
          <a:p>
            <a:pPr marL="285750" indent="-285750">
              <a:lnSpc>
                <a:spcPct val="150000"/>
              </a:lnSpc>
              <a:buFontTx/>
              <a:buChar char="-"/>
            </a:pPr>
            <a:r>
              <a:rPr lang="en-US" sz="1200" dirty="0" err="1">
                <a:latin typeface="Verdana" panose="020B0604030504040204" pitchFamily="34" charset="0"/>
                <a:ea typeface="Verdana" panose="020B0604030504040204" pitchFamily="34" charset="0"/>
              </a:rPr>
              <a:t>Áp</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dụng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và</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đề</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xuất</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tính</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khoán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tự</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động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theo</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mức</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độ</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đóng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góp</a:t>
            </a:r>
            <a:r>
              <a:rPr lang="en-US" sz="1200" dirty="0">
                <a:latin typeface="Verdana" panose="020B0604030504040204" pitchFamily="34" charset="0"/>
                <a:ea typeface="Verdana" panose="020B0604030504040204" pitchFamily="34" charset="0"/>
              </a:rPr>
              <a:t> </a:t>
            </a:r>
          </a:p>
          <a:p>
            <a:pPr marL="285750" indent="-285750">
              <a:lnSpc>
                <a:spcPct val="150000"/>
              </a:lnSpc>
              <a:buFontTx/>
              <a:buChar char="-"/>
            </a:pPr>
            <a:r>
              <a:rPr lang="en-US" sz="1200" dirty="0" err="1">
                <a:latin typeface="Verdana" panose="020B0604030504040204" pitchFamily="34" charset="0"/>
                <a:ea typeface="Verdana" panose="020B0604030504040204" pitchFamily="34" charset="0"/>
              </a:rPr>
              <a:t>Khoán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hiệu</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quả</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công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việc</a:t>
            </a:r>
            <a:endParaRPr lang="en-US" sz="1200" dirty="0">
              <a:latin typeface="Verdana" panose="020B0604030504040204" pitchFamily="34" charset="0"/>
              <a:ea typeface="Verdana" panose="020B0604030504040204" pitchFamily="34" charset="0"/>
            </a:endParaRPr>
          </a:p>
          <a:p>
            <a:pPr marL="285750" indent="-285750">
              <a:lnSpc>
                <a:spcPct val="150000"/>
              </a:lnSpc>
              <a:buFontTx/>
              <a:buChar char="-"/>
            </a:pPr>
            <a:r>
              <a:rPr lang="en-US" sz="1200" dirty="0" err="1">
                <a:latin typeface="Verdana" panose="020B0604030504040204" pitchFamily="34" charset="0"/>
                <a:ea typeface="Verdana" panose="020B0604030504040204" pitchFamily="34" charset="0"/>
              </a:rPr>
              <a:t>Khoán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theo</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giai</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đoạn</a:t>
            </a:r>
            <a:endParaRPr lang="en-US" sz="1200" dirty="0">
              <a:latin typeface="Verdana" panose="020B0604030504040204" pitchFamily="34" charset="0"/>
              <a:ea typeface="Verdana" panose="020B0604030504040204" pitchFamily="34" charset="0"/>
            </a:endParaRPr>
          </a:p>
          <a:p>
            <a:pPr marL="285750" indent="-285750">
              <a:lnSpc>
                <a:spcPct val="150000"/>
              </a:lnSpc>
              <a:buFontTx/>
              <a:buChar char="-"/>
            </a:pPr>
            <a:r>
              <a:rPr lang="en-US" sz="1200" dirty="0" err="1">
                <a:latin typeface="Verdana" panose="020B0604030504040204" pitchFamily="34" charset="0"/>
                <a:ea typeface="Verdana" panose="020B0604030504040204" pitchFamily="34" charset="0"/>
              </a:rPr>
              <a:t>Khoán</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tạm</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ứng</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hiệu</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quả</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dự</a:t>
            </a:r>
            <a:r>
              <a:rPr lang="en-US" sz="1200" dirty="0">
                <a:latin typeface="Verdana" panose="020B0604030504040204" pitchFamily="34" charset="0"/>
                <a:ea typeface="Verdana" panose="020B0604030504040204" pitchFamily="34" charset="0"/>
              </a:rPr>
              <a:t> </a:t>
            </a:r>
            <a:r>
              <a:rPr lang="en-US" sz="1200" dirty="0" err="1">
                <a:latin typeface="Verdana" panose="020B0604030504040204" pitchFamily="34" charset="0"/>
                <a:ea typeface="Verdana" panose="020B0604030504040204" pitchFamily="34" charset="0"/>
              </a:rPr>
              <a:t>án</a:t>
            </a:r>
            <a:endParaRPr lang="en-US" sz="100" dirty="0">
              <a:latin typeface="Verdana" panose="020B0604030504040204" pitchFamily="34" charset="0"/>
              <a:ea typeface="Verdana" panose="020B0604030504040204" pitchFamily="34" charset="0"/>
            </a:endParaRPr>
          </a:p>
        </p:txBody>
      </p:sp>
      <p:sp>
        <p:nvSpPr>
          <p:cNvPr id="4" name="Slide Number Placeholder 3"/>
          <p:cNvSpPr>
            <a:spLocks noGrp="1"/>
          </p:cNvSpPr>
          <p:nvPr>
            <p:ph type="sldNum" sz="quarter" idx="5"/>
          </p:nvPr>
        </p:nvSpPr>
        <p:spPr/>
        <p:txBody>
          <a:bodyPr/>
          <a:lstStyle/>
          <a:p>
            <a:fld id="{6DF9A174-BD37-4CF9-A3FC-30F95FD3068F}" type="slidenum">
              <a:rPr lang="en-US" smtClean="0"/>
              <a:t>3</a:t>
            </a:fld>
            <a:endParaRPr lang="en-US"/>
          </a:p>
        </p:txBody>
      </p:sp>
    </p:spTree>
    <p:extLst>
      <p:ext uri="{BB962C8B-B14F-4D97-AF65-F5344CB8AC3E}">
        <p14:creationId xmlns:p14="http://schemas.microsoft.com/office/powerpoint/2010/main" val="7961105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pPr>
            <a:endParaRPr lang="en-US" sz="1200" b="1" dirty="0">
              <a:latin typeface="Verdana" panose="020B0604030504040204" pitchFamily="34" charset="0"/>
              <a:ea typeface="Verdana" panose="020B0604030504040204" pitchFamily="34" charset="0"/>
            </a:endParaRPr>
          </a:p>
          <a:p>
            <a:pPr marL="0" marR="0" indent="274320" algn="just">
              <a:spcBef>
                <a:spcPts val="600"/>
              </a:spcBef>
              <a:spcAft>
                <a:spcPts val="0"/>
              </a:spcAft>
            </a:pPr>
            <a:r>
              <a:rPr lang="en-US" sz="1300" dirty="0" err="1">
                <a:solidFill>
                  <a:srgbClr val="000000"/>
                </a:solidFill>
                <a:effectLst/>
                <a:latin typeface="Times New Roman" panose="02020603050405020304" pitchFamily="18" charset="0"/>
                <a:ea typeface="Times New Roman" panose="02020603050405020304" pitchFamily="18" charset="0"/>
              </a:rPr>
              <a:t>Đối</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với</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việc</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thực</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hiện</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kiểm</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thử</a:t>
            </a:r>
            <a:r>
              <a:rPr lang="en-US" sz="1300" dirty="0">
                <a:solidFill>
                  <a:srgbClr val="000000"/>
                </a:solidFill>
                <a:effectLst/>
                <a:latin typeface="Times New Roman" panose="02020603050405020304" pitchFamily="18" charset="0"/>
                <a:ea typeface="Times New Roman" panose="02020603050405020304" pitchFamily="18" charset="0"/>
              </a:rPr>
              <a:t> ở </a:t>
            </a:r>
            <a:r>
              <a:rPr lang="en-US" sz="1300" dirty="0" err="1">
                <a:solidFill>
                  <a:srgbClr val="000000"/>
                </a:solidFill>
                <a:effectLst/>
                <a:latin typeface="Times New Roman" panose="02020603050405020304" pitchFamily="18" charset="0"/>
                <a:ea typeface="Times New Roman" panose="02020603050405020304" pitchFamily="18" charset="0"/>
              </a:rPr>
              <a:t>nội</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bộ</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đội</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dự</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án</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quy</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trình</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làm</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việc</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như</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sau</a:t>
            </a:r>
            <a:r>
              <a:rPr lang="en-US" sz="1300" dirty="0">
                <a:solidFill>
                  <a:srgbClr val="000000"/>
                </a:solidFill>
                <a:effectLst/>
                <a:latin typeface="Times New Roman" panose="02020603050405020304" pitchFamily="18" charset="0"/>
                <a:ea typeface="Times New Roman" panose="02020603050405020304" pitchFamily="18" charset="0"/>
              </a:rPr>
              <a:t>:</a:t>
            </a:r>
            <a:endParaRPr lang="en-US" sz="1200" dirty="0">
              <a:effectLst/>
              <a:latin typeface="Times New Roman" panose="02020603050405020304" pitchFamily="18" charset="0"/>
              <a:ea typeface="Times New Roman" panose="02020603050405020304" pitchFamily="18" charset="0"/>
            </a:endParaRPr>
          </a:p>
          <a:p>
            <a:pPr marL="342900" marR="0" lvl="0" indent="-342900" algn="just" fontAlgn="base">
              <a:spcBef>
                <a:spcPts val="0"/>
              </a:spcBef>
              <a:spcAft>
                <a:spcPts val="0"/>
              </a:spcAft>
              <a:buFont typeface="Times New Roman" panose="02020603050405020304" pitchFamily="18" charset="0"/>
              <a:buChar char="-"/>
            </a:pPr>
            <a:r>
              <a:rPr lang="en-US" sz="1300" dirty="0" err="1">
                <a:solidFill>
                  <a:srgbClr val="000000"/>
                </a:solidFill>
                <a:effectLst/>
                <a:latin typeface="Times New Roman" panose="02020603050405020304" pitchFamily="18" charset="0"/>
                <a:ea typeface="Calibri" panose="020F0502020204030204" pitchFamily="34" charset="0"/>
              </a:rPr>
              <a:t>Bước</a:t>
            </a:r>
            <a:r>
              <a:rPr lang="en-US" sz="1300" dirty="0">
                <a:solidFill>
                  <a:srgbClr val="000000"/>
                </a:solidFill>
                <a:effectLst/>
                <a:latin typeface="Times New Roman" panose="02020603050405020304" pitchFamily="18" charset="0"/>
                <a:ea typeface="Calibri" panose="020F0502020204030204" pitchFamily="34" charset="0"/>
              </a:rPr>
              <a:t> 1: BA/Tester </a:t>
            </a:r>
            <a:r>
              <a:rPr lang="en-US" sz="1300" dirty="0" err="1">
                <a:solidFill>
                  <a:srgbClr val="000000"/>
                </a:solidFill>
                <a:effectLst/>
                <a:latin typeface="Times New Roman" panose="02020603050405020304" pitchFamily="18" charset="0"/>
                <a:ea typeface="Calibri" panose="020F0502020204030204" pitchFamily="34" charset="0"/>
              </a:rPr>
              <a:t>sẽ</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thực</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hiện</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xem</a:t>
            </a:r>
            <a:r>
              <a:rPr lang="en-US" sz="1300" dirty="0">
                <a:solidFill>
                  <a:srgbClr val="000000"/>
                </a:solidFill>
                <a:effectLst/>
                <a:latin typeface="Times New Roman" panose="02020603050405020304" pitchFamily="18" charset="0"/>
                <a:ea typeface="Calibri" panose="020F0502020204030204" pitchFamily="34" charset="0"/>
              </a:rPr>
              <a:t> FSD, </a:t>
            </a:r>
            <a:r>
              <a:rPr lang="en-US" sz="1300" dirty="0" err="1">
                <a:solidFill>
                  <a:srgbClr val="000000"/>
                </a:solidFill>
                <a:effectLst/>
                <a:latin typeface="Times New Roman" panose="02020603050405020304" pitchFamily="18" charset="0"/>
                <a:ea typeface="Calibri" panose="020F0502020204030204" pitchFamily="34" charset="0"/>
              </a:rPr>
              <a:t>kiểm</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thử</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hệ</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thống</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nếu</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hệ</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thống</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có</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lỗi</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phát</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sinh</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cần</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chỉnh</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sửa</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thì</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sẽ</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được</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tạo</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một</a:t>
            </a:r>
            <a:r>
              <a:rPr lang="en-US" sz="1300" dirty="0">
                <a:solidFill>
                  <a:srgbClr val="000000"/>
                </a:solidFill>
                <a:effectLst/>
                <a:latin typeface="Times New Roman" panose="02020603050405020304" pitchFamily="18" charset="0"/>
                <a:ea typeface="Calibri" panose="020F0502020204030204" pitchFamily="34" charset="0"/>
              </a:rPr>
              <a:t> log </a:t>
            </a:r>
            <a:r>
              <a:rPr lang="en-US" sz="1300" dirty="0" err="1">
                <a:solidFill>
                  <a:srgbClr val="000000"/>
                </a:solidFill>
                <a:effectLst/>
                <a:latin typeface="Times New Roman" panose="02020603050405020304" pitchFamily="18" charset="0"/>
                <a:ea typeface="Calibri" panose="020F0502020204030204" pitchFamily="34" charset="0"/>
              </a:rPr>
              <a:t>công</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việc</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với</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mô</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tả</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các</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lỗi</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có</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thể</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tái</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hiện</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và</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chuyển</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vể</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cho</a:t>
            </a:r>
            <a:r>
              <a:rPr lang="en-US" sz="1300" dirty="0">
                <a:solidFill>
                  <a:srgbClr val="000000"/>
                </a:solidFill>
                <a:effectLst/>
                <a:latin typeface="Times New Roman" panose="02020603050405020304" pitchFamily="18" charset="0"/>
                <a:ea typeface="Calibri" panose="020F0502020204030204" pitchFamily="34" charset="0"/>
              </a:rPr>
              <a:t> dev lead.</a:t>
            </a:r>
            <a:endParaRPr lang="en-US" sz="1200" dirty="0">
              <a:effectLst/>
              <a:latin typeface="Times New Roman" panose="02020603050405020304" pitchFamily="18" charset="0"/>
              <a:ea typeface="Calibri" panose="020F0502020204030204" pitchFamily="34" charset="0"/>
            </a:endParaRPr>
          </a:p>
          <a:p>
            <a:pPr marL="342900" marR="0" lvl="0" indent="-342900" algn="just" fontAlgn="base">
              <a:spcBef>
                <a:spcPts val="0"/>
              </a:spcBef>
              <a:spcAft>
                <a:spcPts val="0"/>
              </a:spcAft>
              <a:buFont typeface="Times New Roman" panose="02020603050405020304" pitchFamily="18" charset="0"/>
              <a:buChar char="-"/>
            </a:pPr>
            <a:r>
              <a:rPr lang="en-US" sz="1300" dirty="0" err="1">
                <a:solidFill>
                  <a:srgbClr val="000000"/>
                </a:solidFill>
                <a:effectLst/>
                <a:latin typeface="Times New Roman" panose="02020603050405020304" pitchFamily="18" charset="0"/>
                <a:ea typeface="Calibri" panose="020F0502020204030204" pitchFamily="34" charset="0"/>
              </a:rPr>
              <a:t>Bước</a:t>
            </a:r>
            <a:r>
              <a:rPr lang="en-US" sz="1300" dirty="0">
                <a:solidFill>
                  <a:srgbClr val="000000"/>
                </a:solidFill>
                <a:effectLst/>
                <a:latin typeface="Times New Roman" panose="02020603050405020304" pitchFamily="18" charset="0"/>
                <a:ea typeface="Calibri" panose="020F0502020204030204" pitchFamily="34" charset="0"/>
              </a:rPr>
              <a:t> 2: Dev lead </a:t>
            </a:r>
            <a:r>
              <a:rPr lang="en-US" sz="1300" dirty="0" err="1">
                <a:solidFill>
                  <a:srgbClr val="000000"/>
                </a:solidFill>
                <a:effectLst/>
                <a:latin typeface="Times New Roman" panose="02020603050405020304" pitchFamily="18" charset="0"/>
                <a:ea typeface="Calibri" panose="020F0502020204030204" pitchFamily="34" charset="0"/>
              </a:rPr>
              <a:t>sẽ</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xem</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xét</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và</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chuyển</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giao</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cho</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nhân</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viên</a:t>
            </a:r>
            <a:r>
              <a:rPr lang="en-US" sz="1300" dirty="0">
                <a:solidFill>
                  <a:srgbClr val="000000"/>
                </a:solidFill>
                <a:effectLst/>
                <a:latin typeface="Times New Roman" panose="02020603050405020304" pitchFamily="18" charset="0"/>
                <a:ea typeface="Calibri" panose="020F0502020204030204" pitchFamily="34" charset="0"/>
              </a:rPr>
              <a:t> (dev) </a:t>
            </a:r>
            <a:r>
              <a:rPr lang="en-US" sz="1300" dirty="0" err="1">
                <a:solidFill>
                  <a:srgbClr val="000000"/>
                </a:solidFill>
                <a:effectLst/>
                <a:latin typeface="Times New Roman" panose="02020603050405020304" pitchFamily="18" charset="0"/>
                <a:ea typeface="Calibri" panose="020F0502020204030204" pitchFamily="34" charset="0"/>
              </a:rPr>
              <a:t>có</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khả</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năng</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thực</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hiện</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được</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trong</a:t>
            </a:r>
            <a:r>
              <a:rPr lang="en-US" sz="1300" dirty="0">
                <a:solidFill>
                  <a:srgbClr val="000000"/>
                </a:solidFill>
                <a:effectLst/>
                <a:latin typeface="Times New Roman" panose="02020603050405020304" pitchFamily="18" charset="0"/>
                <a:ea typeface="Calibri" panose="020F0502020204030204" pitchFamily="34" charset="0"/>
              </a:rPr>
              <a:t> team </a:t>
            </a:r>
            <a:r>
              <a:rPr lang="en-US" sz="1300" dirty="0" err="1">
                <a:solidFill>
                  <a:srgbClr val="000000"/>
                </a:solidFill>
                <a:effectLst/>
                <a:latin typeface="Times New Roman" panose="02020603050405020304" pitchFamily="18" charset="0"/>
                <a:ea typeface="Calibri" panose="020F0502020204030204" pitchFamily="34" charset="0"/>
              </a:rPr>
              <a:t>để</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xử</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lý</a:t>
            </a:r>
            <a:endParaRPr lang="en-US" sz="1200" dirty="0">
              <a:effectLst/>
              <a:latin typeface="Times New Roman" panose="02020603050405020304" pitchFamily="18" charset="0"/>
              <a:ea typeface="Calibri" panose="020F0502020204030204" pitchFamily="34" charset="0"/>
            </a:endParaRPr>
          </a:p>
          <a:p>
            <a:pPr marL="342900" marR="0" lvl="0" indent="-342900" algn="just" fontAlgn="base">
              <a:spcBef>
                <a:spcPts val="0"/>
              </a:spcBef>
              <a:spcAft>
                <a:spcPts val="0"/>
              </a:spcAft>
              <a:buFont typeface="Times New Roman" panose="02020603050405020304" pitchFamily="18" charset="0"/>
              <a:buChar char="-"/>
            </a:pPr>
            <a:r>
              <a:rPr lang="en-US" sz="1300" dirty="0" err="1">
                <a:solidFill>
                  <a:srgbClr val="000000"/>
                </a:solidFill>
                <a:effectLst/>
                <a:latin typeface="Times New Roman" panose="02020603050405020304" pitchFamily="18" charset="0"/>
                <a:ea typeface="Calibri" panose="020F0502020204030204" pitchFamily="34" charset="0"/>
              </a:rPr>
              <a:t>Bước</a:t>
            </a:r>
            <a:r>
              <a:rPr lang="en-US" sz="1300" dirty="0">
                <a:solidFill>
                  <a:srgbClr val="000000"/>
                </a:solidFill>
                <a:effectLst/>
                <a:latin typeface="Times New Roman" panose="02020603050405020304" pitchFamily="18" charset="0"/>
                <a:ea typeface="Calibri" panose="020F0502020204030204" pitchFamily="34" charset="0"/>
              </a:rPr>
              <a:t> 3: Dev </a:t>
            </a:r>
            <a:r>
              <a:rPr lang="en-US" sz="1300" dirty="0" err="1">
                <a:solidFill>
                  <a:srgbClr val="000000"/>
                </a:solidFill>
                <a:effectLst/>
                <a:latin typeface="Times New Roman" panose="02020603050405020304" pitchFamily="18" charset="0"/>
                <a:ea typeface="Calibri" panose="020F0502020204030204" pitchFamily="34" charset="0"/>
              </a:rPr>
              <a:t>được</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giao</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việc</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sẽ</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tiếp</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nhận</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công</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việc</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và</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thực</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hiện</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xử</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lý</a:t>
            </a:r>
            <a:endParaRPr lang="en-US" sz="1200" dirty="0">
              <a:effectLst/>
              <a:latin typeface="Times New Roman" panose="02020603050405020304" pitchFamily="18" charset="0"/>
              <a:ea typeface="Calibri" panose="020F0502020204030204" pitchFamily="34" charset="0"/>
            </a:endParaRPr>
          </a:p>
          <a:p>
            <a:pPr marL="342900" marR="0" lvl="0" indent="-342900" algn="just" fontAlgn="base">
              <a:spcBef>
                <a:spcPts val="0"/>
              </a:spcBef>
              <a:spcAft>
                <a:spcPts val="0"/>
              </a:spcAft>
              <a:buFont typeface="Times New Roman" panose="02020603050405020304" pitchFamily="18" charset="0"/>
              <a:buChar char="-"/>
            </a:pPr>
            <a:r>
              <a:rPr lang="en-US" sz="1300" dirty="0" err="1">
                <a:solidFill>
                  <a:srgbClr val="000000"/>
                </a:solidFill>
                <a:effectLst/>
                <a:latin typeface="Times New Roman" panose="02020603050405020304" pitchFamily="18" charset="0"/>
                <a:ea typeface="Calibri" panose="020F0502020204030204" pitchFamily="34" charset="0"/>
              </a:rPr>
              <a:t>Bước</a:t>
            </a:r>
            <a:r>
              <a:rPr lang="en-US" sz="1300" dirty="0">
                <a:solidFill>
                  <a:srgbClr val="000000"/>
                </a:solidFill>
                <a:effectLst/>
                <a:latin typeface="Times New Roman" panose="02020603050405020304" pitchFamily="18" charset="0"/>
                <a:ea typeface="Calibri" panose="020F0502020204030204" pitchFamily="34" charset="0"/>
              </a:rPr>
              <a:t> 4: Sau </a:t>
            </a:r>
            <a:r>
              <a:rPr lang="en-US" sz="1300" dirty="0" err="1">
                <a:solidFill>
                  <a:srgbClr val="000000"/>
                </a:solidFill>
                <a:effectLst/>
                <a:latin typeface="Times New Roman" panose="02020603050405020304" pitchFamily="18" charset="0"/>
                <a:ea typeface="Calibri" panose="020F0502020204030204" pitchFamily="34" charset="0"/>
              </a:rPr>
              <a:t>khi</a:t>
            </a:r>
            <a:r>
              <a:rPr lang="en-US" sz="1300" dirty="0">
                <a:solidFill>
                  <a:srgbClr val="000000"/>
                </a:solidFill>
                <a:effectLst/>
                <a:latin typeface="Times New Roman" panose="02020603050405020304" pitchFamily="18" charset="0"/>
                <a:ea typeface="Calibri" panose="020F0502020204030204" pitchFamily="34" charset="0"/>
              </a:rPr>
              <a:t> dev </a:t>
            </a:r>
            <a:r>
              <a:rPr lang="en-US" sz="1300" dirty="0" err="1">
                <a:solidFill>
                  <a:srgbClr val="000000"/>
                </a:solidFill>
                <a:effectLst/>
                <a:latin typeface="Times New Roman" panose="02020603050405020304" pitchFamily="18" charset="0"/>
                <a:ea typeface="Calibri" panose="020F0502020204030204" pitchFamily="34" charset="0"/>
              </a:rPr>
              <a:t>hoàn</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thành</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công</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việc</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chuyển</a:t>
            </a:r>
            <a:r>
              <a:rPr lang="en-US" sz="1300" dirty="0">
                <a:solidFill>
                  <a:srgbClr val="000000"/>
                </a:solidFill>
                <a:effectLst/>
                <a:latin typeface="Times New Roman" panose="02020603050405020304" pitchFamily="18" charset="0"/>
                <a:ea typeface="Calibri" panose="020F0502020204030204" pitchFamily="34" charset="0"/>
              </a:rPr>
              <a:t> Jira </a:t>
            </a:r>
            <a:r>
              <a:rPr lang="en-US" sz="1300" dirty="0" err="1">
                <a:solidFill>
                  <a:srgbClr val="000000"/>
                </a:solidFill>
                <a:effectLst/>
                <a:latin typeface="Times New Roman" panose="02020603050405020304" pitchFamily="18" charset="0"/>
                <a:ea typeface="Calibri" panose="020F0502020204030204" pitchFamily="34" charset="0"/>
              </a:rPr>
              <a:t>về</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cho</a:t>
            </a:r>
            <a:r>
              <a:rPr lang="en-US" sz="1300" dirty="0">
                <a:solidFill>
                  <a:srgbClr val="000000"/>
                </a:solidFill>
                <a:effectLst/>
                <a:latin typeface="Times New Roman" panose="02020603050405020304" pitchFamily="18" charset="0"/>
                <a:ea typeface="Calibri" panose="020F0502020204030204" pitchFamily="34" charset="0"/>
              </a:rPr>
              <a:t> BA/ tester </a:t>
            </a:r>
            <a:r>
              <a:rPr lang="en-US" sz="1300" dirty="0" err="1">
                <a:solidFill>
                  <a:srgbClr val="000000"/>
                </a:solidFill>
                <a:effectLst/>
                <a:latin typeface="Times New Roman" panose="02020603050405020304" pitchFamily="18" charset="0"/>
                <a:ea typeface="Calibri" panose="020F0502020204030204" pitchFamily="34" charset="0"/>
              </a:rPr>
              <a:t>kiểm</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tra</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lại</a:t>
            </a:r>
            <a:r>
              <a:rPr lang="en-US" sz="1300" dirty="0">
                <a:solidFill>
                  <a:srgbClr val="000000"/>
                </a:solidFill>
                <a:effectLst/>
                <a:latin typeface="Times New Roman" panose="02020603050405020304" pitchFamily="18" charset="0"/>
                <a:ea typeface="Calibri" panose="020F0502020204030204" pitchFamily="34" charset="0"/>
              </a:rPr>
              <a:t>. </a:t>
            </a:r>
            <a:endParaRPr lang="en-US" sz="1200" dirty="0">
              <a:effectLst/>
              <a:latin typeface="Times New Roman" panose="02020603050405020304" pitchFamily="18" charset="0"/>
              <a:ea typeface="Calibri" panose="020F0502020204030204" pitchFamily="34" charset="0"/>
            </a:endParaRPr>
          </a:p>
          <a:p>
            <a:pPr marL="0" marR="0" indent="274320" algn="just">
              <a:spcBef>
                <a:spcPts val="600"/>
              </a:spcBef>
              <a:spcAft>
                <a:spcPts val="0"/>
              </a:spcAft>
            </a:pPr>
            <a:r>
              <a:rPr lang="en-US" sz="1300" dirty="0" err="1">
                <a:solidFill>
                  <a:srgbClr val="000000"/>
                </a:solidFill>
                <a:effectLst/>
                <a:latin typeface="Times New Roman" panose="02020603050405020304" pitchFamily="18" charset="0"/>
                <a:ea typeface="Times New Roman" panose="02020603050405020304" pitchFamily="18" charset="0"/>
              </a:rPr>
              <a:t>Nếu</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lỗi</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đó</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được</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sửa</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thì</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sẽ</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đóng</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công</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việc</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đó</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lại</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và</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kết</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thúc</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một</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công</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việc</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Nếu</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lỗi</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chưa</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được</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sửa</a:t>
            </a:r>
            <a:r>
              <a:rPr lang="en-US" sz="1300" dirty="0">
                <a:solidFill>
                  <a:srgbClr val="000000"/>
                </a:solidFill>
                <a:effectLst/>
                <a:latin typeface="Times New Roman" panose="02020603050405020304" pitchFamily="18" charset="0"/>
                <a:ea typeface="Times New Roman" panose="02020603050405020304" pitchFamily="18" charset="0"/>
              </a:rPr>
              <a:t>, BA/ tester </a:t>
            </a:r>
            <a:r>
              <a:rPr lang="en-US" sz="1300" dirty="0" err="1">
                <a:solidFill>
                  <a:srgbClr val="000000"/>
                </a:solidFill>
                <a:effectLst/>
                <a:latin typeface="Times New Roman" panose="02020603050405020304" pitchFamily="18" charset="0"/>
                <a:ea typeface="Times New Roman" panose="02020603050405020304" pitchFamily="18" charset="0"/>
              </a:rPr>
              <a:t>sẽ</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chuyển</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lại</a:t>
            </a:r>
            <a:r>
              <a:rPr lang="en-US" sz="1300" dirty="0">
                <a:solidFill>
                  <a:srgbClr val="000000"/>
                </a:solidFill>
                <a:effectLst/>
                <a:latin typeface="Times New Roman" panose="02020603050405020304" pitchFamily="18" charset="0"/>
                <a:ea typeface="Times New Roman" panose="02020603050405020304" pitchFamily="18" charset="0"/>
              </a:rPr>
              <a:t> Jira </a:t>
            </a:r>
            <a:r>
              <a:rPr lang="en-US" sz="1300" dirty="0" err="1">
                <a:solidFill>
                  <a:srgbClr val="000000"/>
                </a:solidFill>
                <a:effectLst/>
                <a:latin typeface="Times New Roman" panose="02020603050405020304" pitchFamily="18" charset="0"/>
                <a:ea typeface="Times New Roman" panose="02020603050405020304" pitchFamily="18" charset="0"/>
              </a:rPr>
              <a:t>cho</a:t>
            </a:r>
            <a:r>
              <a:rPr lang="en-US" sz="1300" dirty="0">
                <a:solidFill>
                  <a:srgbClr val="000000"/>
                </a:solidFill>
                <a:effectLst/>
                <a:latin typeface="Times New Roman" panose="02020603050405020304" pitchFamily="18" charset="0"/>
                <a:ea typeface="Times New Roman" panose="02020603050405020304" pitchFamily="18" charset="0"/>
              </a:rPr>
              <a:t> dev ( quay </a:t>
            </a:r>
            <a:r>
              <a:rPr lang="en-US" sz="1300" dirty="0" err="1">
                <a:solidFill>
                  <a:srgbClr val="000000"/>
                </a:solidFill>
                <a:effectLst/>
                <a:latin typeface="Times New Roman" panose="02020603050405020304" pitchFamily="18" charset="0"/>
                <a:ea typeface="Times New Roman" panose="02020603050405020304" pitchFamily="18" charset="0"/>
              </a:rPr>
              <a:t>lại</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từ</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bước</a:t>
            </a:r>
            <a:r>
              <a:rPr lang="en-US" sz="1300" dirty="0">
                <a:solidFill>
                  <a:srgbClr val="000000"/>
                </a:solidFill>
                <a:effectLst/>
                <a:latin typeface="Times New Roman" panose="02020603050405020304" pitchFamily="18" charset="0"/>
                <a:ea typeface="Times New Roman" panose="02020603050405020304" pitchFamily="18" charset="0"/>
              </a:rPr>
              <a:t> 1)</a:t>
            </a:r>
            <a:endParaRPr lang="en-US" sz="1200" dirty="0">
              <a:effectLst/>
              <a:latin typeface="Times New Roman" panose="02020603050405020304" pitchFamily="18" charset="0"/>
              <a:ea typeface="Times New Roman" panose="02020603050405020304" pitchFamily="18" charset="0"/>
            </a:endParaRPr>
          </a:p>
          <a:p>
            <a:pPr marL="0" marR="0" indent="274320" algn="just">
              <a:spcBef>
                <a:spcPts val="600"/>
              </a:spcBef>
              <a:spcAft>
                <a:spcPts val="0"/>
              </a:spcAft>
            </a:pPr>
            <a:r>
              <a:rPr lang="en-US" sz="1300" dirty="0" err="1">
                <a:solidFill>
                  <a:srgbClr val="000000"/>
                </a:solidFill>
                <a:effectLst/>
                <a:latin typeface="Times New Roman" panose="02020603050405020304" pitchFamily="18" charset="0"/>
                <a:ea typeface="Times New Roman" panose="02020603050405020304" pitchFamily="18" charset="0"/>
              </a:rPr>
              <a:t>Đối</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với</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việc</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thực</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hiện</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kiểm</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thử</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bởi</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cán</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bộ</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dự</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án</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bên</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ngân</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hàng</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thì</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luồng</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công</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việc</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sẽ</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có</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bổ</a:t>
            </a:r>
            <a:r>
              <a:rPr lang="en-US" sz="1300" dirty="0">
                <a:solidFill>
                  <a:srgbClr val="000000"/>
                </a:solidFill>
                <a:effectLst/>
                <a:latin typeface="Times New Roman" panose="02020603050405020304" pitchFamily="18" charset="0"/>
                <a:ea typeface="Times New Roman" panose="02020603050405020304" pitchFamily="18" charset="0"/>
              </a:rPr>
              <a:t> sung </a:t>
            </a:r>
            <a:r>
              <a:rPr lang="en-US" sz="1300" dirty="0" err="1">
                <a:solidFill>
                  <a:srgbClr val="000000"/>
                </a:solidFill>
                <a:effectLst/>
                <a:latin typeface="Times New Roman" panose="02020603050405020304" pitchFamily="18" charset="0"/>
                <a:ea typeface="Times New Roman" panose="02020603050405020304" pitchFamily="18" charset="0"/>
              </a:rPr>
              <a:t>thêm</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như</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sau</a:t>
            </a:r>
            <a:r>
              <a:rPr lang="en-US" sz="1300" dirty="0">
                <a:solidFill>
                  <a:srgbClr val="000000"/>
                </a:solidFill>
                <a:effectLst/>
                <a:latin typeface="Times New Roman" panose="02020603050405020304" pitchFamily="18" charset="0"/>
                <a:ea typeface="Times New Roman" panose="02020603050405020304" pitchFamily="18" charset="0"/>
              </a:rPr>
              <a:t>: </a:t>
            </a:r>
            <a:endParaRPr lang="en-US" sz="1200" dirty="0">
              <a:effectLst/>
              <a:latin typeface="Times New Roman" panose="02020603050405020304" pitchFamily="18" charset="0"/>
              <a:ea typeface="Times New Roman" panose="02020603050405020304" pitchFamily="18" charset="0"/>
            </a:endParaRPr>
          </a:p>
          <a:p>
            <a:pPr marL="342900" marR="0" lvl="0" indent="-342900" algn="just" fontAlgn="base">
              <a:spcBef>
                <a:spcPts val="0"/>
              </a:spcBef>
              <a:spcAft>
                <a:spcPts val="0"/>
              </a:spcAft>
              <a:buFont typeface="Times New Roman" panose="02020603050405020304" pitchFamily="18" charset="0"/>
              <a:buChar char="-"/>
            </a:pPr>
            <a:r>
              <a:rPr lang="en-US" sz="1300" dirty="0" err="1">
                <a:solidFill>
                  <a:srgbClr val="000000"/>
                </a:solidFill>
                <a:effectLst/>
                <a:latin typeface="Times New Roman" panose="02020603050405020304" pitchFamily="18" charset="0"/>
                <a:ea typeface="Calibri" panose="020F0502020204030204" pitchFamily="34" charset="0"/>
              </a:rPr>
              <a:t>Bước</a:t>
            </a:r>
            <a:r>
              <a:rPr lang="en-US" sz="1300" dirty="0">
                <a:solidFill>
                  <a:srgbClr val="000000"/>
                </a:solidFill>
                <a:effectLst/>
                <a:latin typeface="Times New Roman" panose="02020603050405020304" pitchFamily="18" charset="0"/>
                <a:ea typeface="Calibri" panose="020F0502020204030204" pitchFamily="34" charset="0"/>
              </a:rPr>
              <a:t> 1: </a:t>
            </a:r>
            <a:r>
              <a:rPr lang="en-US" sz="1300" dirty="0" err="1">
                <a:solidFill>
                  <a:srgbClr val="000000"/>
                </a:solidFill>
                <a:effectLst/>
                <a:latin typeface="Times New Roman" panose="02020603050405020304" pitchFamily="18" charset="0"/>
                <a:ea typeface="Calibri" panose="020F0502020204030204" pitchFamily="34" charset="0"/>
              </a:rPr>
              <a:t>Cán</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bộ</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nhân</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viên</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ngân</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hàng</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thực</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hiện</a:t>
            </a:r>
            <a:r>
              <a:rPr lang="en-US" sz="1300" dirty="0">
                <a:solidFill>
                  <a:srgbClr val="000000"/>
                </a:solidFill>
                <a:effectLst/>
                <a:latin typeface="Times New Roman" panose="02020603050405020304" pitchFamily="18" charset="0"/>
                <a:ea typeface="Calibri" panose="020F0502020204030204" pitchFamily="34" charset="0"/>
              </a:rPr>
              <a:t> log </a:t>
            </a:r>
            <a:r>
              <a:rPr lang="en-US" sz="1300" dirty="0" err="1">
                <a:solidFill>
                  <a:srgbClr val="000000"/>
                </a:solidFill>
                <a:effectLst/>
                <a:latin typeface="Times New Roman" panose="02020603050405020304" pitchFamily="18" charset="0"/>
                <a:ea typeface="Calibri" panose="020F0502020204030204" pitchFamily="34" charset="0"/>
              </a:rPr>
              <a:t>lỗi</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trên</a:t>
            </a:r>
            <a:r>
              <a:rPr lang="en-US" sz="1300" dirty="0">
                <a:solidFill>
                  <a:srgbClr val="000000"/>
                </a:solidFill>
                <a:effectLst/>
                <a:latin typeface="Times New Roman" panose="02020603050405020304" pitchFamily="18" charset="0"/>
                <a:ea typeface="Calibri" panose="020F0502020204030204" pitchFamily="34" charset="0"/>
              </a:rPr>
              <a:t> Jira, </a:t>
            </a:r>
            <a:r>
              <a:rPr lang="en-US" sz="1300" dirty="0" err="1">
                <a:solidFill>
                  <a:srgbClr val="000000"/>
                </a:solidFill>
                <a:effectLst/>
                <a:latin typeface="Times New Roman" panose="02020603050405020304" pitchFamily="18" charset="0"/>
                <a:ea typeface="Calibri" panose="020F0502020204030204" pitchFamily="34" charset="0"/>
              </a:rPr>
              <a:t>chuyển</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cho</a:t>
            </a:r>
            <a:r>
              <a:rPr lang="en-US" sz="1300" dirty="0">
                <a:solidFill>
                  <a:srgbClr val="000000"/>
                </a:solidFill>
                <a:effectLst/>
                <a:latin typeface="Times New Roman" panose="02020603050405020304" pitchFamily="18" charset="0"/>
                <a:ea typeface="Calibri" panose="020F0502020204030204" pitchFamily="34" charset="0"/>
              </a:rPr>
              <a:t> BA/ Tester </a:t>
            </a:r>
            <a:r>
              <a:rPr lang="en-US" sz="1300" dirty="0" err="1">
                <a:solidFill>
                  <a:srgbClr val="000000"/>
                </a:solidFill>
                <a:effectLst/>
                <a:latin typeface="Times New Roman" panose="02020603050405020304" pitchFamily="18" charset="0"/>
                <a:ea typeface="Calibri" panose="020F0502020204030204" pitchFamily="34" charset="0"/>
              </a:rPr>
              <a:t>của</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PrBBNKBIDV</a:t>
            </a:r>
            <a:endParaRPr lang="en-US" sz="1200" dirty="0">
              <a:effectLst/>
              <a:latin typeface="Times New Roman" panose="02020603050405020304" pitchFamily="18" charset="0"/>
              <a:ea typeface="Calibri" panose="020F0502020204030204" pitchFamily="34" charset="0"/>
            </a:endParaRPr>
          </a:p>
          <a:p>
            <a:pPr marL="342900" marR="0" lvl="0" indent="-342900" algn="just" fontAlgn="base">
              <a:spcBef>
                <a:spcPts val="0"/>
              </a:spcBef>
              <a:spcAft>
                <a:spcPts val="0"/>
              </a:spcAft>
              <a:buFont typeface="Times New Roman" panose="02020603050405020304" pitchFamily="18" charset="0"/>
              <a:buChar char="-"/>
            </a:pPr>
            <a:r>
              <a:rPr lang="en-US" sz="1300" dirty="0" err="1">
                <a:solidFill>
                  <a:srgbClr val="000000"/>
                </a:solidFill>
                <a:effectLst/>
                <a:latin typeface="Times New Roman" panose="02020603050405020304" pitchFamily="18" charset="0"/>
                <a:ea typeface="Calibri" panose="020F0502020204030204" pitchFamily="34" charset="0"/>
              </a:rPr>
              <a:t>Bước</a:t>
            </a:r>
            <a:r>
              <a:rPr lang="en-US" sz="1300" dirty="0">
                <a:solidFill>
                  <a:srgbClr val="000000"/>
                </a:solidFill>
                <a:effectLst/>
                <a:latin typeface="Times New Roman" panose="02020603050405020304" pitchFamily="18" charset="0"/>
                <a:ea typeface="Calibri" panose="020F0502020204030204" pitchFamily="34" charset="0"/>
              </a:rPr>
              <a:t> 2: BA/ Tester </a:t>
            </a:r>
            <a:r>
              <a:rPr lang="en-US" sz="1300" dirty="0" err="1">
                <a:solidFill>
                  <a:srgbClr val="000000"/>
                </a:solidFill>
                <a:effectLst/>
                <a:latin typeface="Times New Roman" panose="02020603050405020304" pitchFamily="18" charset="0"/>
                <a:ea typeface="Calibri" panose="020F0502020204030204" pitchFamily="34" charset="0"/>
              </a:rPr>
              <a:t>có</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trách</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nhiệm</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kiểm</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tra</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tái</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hiện</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lỗi</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trên</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môi</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trường</a:t>
            </a:r>
            <a:r>
              <a:rPr lang="en-US" sz="1300" dirty="0">
                <a:solidFill>
                  <a:srgbClr val="000000"/>
                </a:solidFill>
                <a:effectLst/>
                <a:latin typeface="Times New Roman" panose="02020603050405020304" pitchFamily="18" charset="0"/>
                <a:ea typeface="Calibri" panose="020F0502020204030204" pitchFamily="34" charset="0"/>
              </a:rPr>
              <a:t> SIT/UAT. </a:t>
            </a:r>
            <a:r>
              <a:rPr lang="en-US" sz="1300" dirty="0" err="1">
                <a:solidFill>
                  <a:srgbClr val="000000"/>
                </a:solidFill>
                <a:effectLst/>
                <a:latin typeface="Times New Roman" panose="02020603050405020304" pitchFamily="18" charset="0"/>
                <a:ea typeface="Calibri" panose="020F0502020204030204" pitchFamily="34" charset="0"/>
              </a:rPr>
              <a:t>Nếu</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phát</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hiện</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không</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lỗi</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mà</a:t>
            </a:r>
            <a:r>
              <a:rPr lang="en-US" sz="1300" dirty="0">
                <a:solidFill>
                  <a:srgbClr val="000000"/>
                </a:solidFill>
                <a:effectLst/>
                <a:latin typeface="Times New Roman" panose="02020603050405020304" pitchFamily="18" charset="0"/>
                <a:ea typeface="Calibri" panose="020F0502020204030204" pitchFamily="34" charset="0"/>
              </a:rPr>
              <a:t> do </a:t>
            </a:r>
            <a:r>
              <a:rPr lang="en-US" sz="1300" dirty="0" err="1">
                <a:solidFill>
                  <a:srgbClr val="000000"/>
                </a:solidFill>
                <a:effectLst/>
                <a:latin typeface="Times New Roman" panose="02020603050405020304" pitchFamily="18" charset="0"/>
                <a:ea typeface="Calibri" panose="020F0502020204030204" pitchFamily="34" charset="0"/>
              </a:rPr>
              <a:t>khách</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hàng</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thao</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tác</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sai</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thì</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sẽ</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chuyển</a:t>
            </a:r>
            <a:r>
              <a:rPr lang="en-US" sz="1300" dirty="0">
                <a:solidFill>
                  <a:srgbClr val="000000"/>
                </a:solidFill>
                <a:effectLst/>
                <a:latin typeface="Times New Roman" panose="02020603050405020304" pitchFamily="18" charset="0"/>
                <a:ea typeface="Calibri" panose="020F0502020204030204" pitchFamily="34" charset="0"/>
              </a:rPr>
              <a:t> Jira </a:t>
            </a:r>
            <a:r>
              <a:rPr lang="en-US" sz="1300" dirty="0" err="1">
                <a:solidFill>
                  <a:srgbClr val="000000"/>
                </a:solidFill>
                <a:effectLst/>
                <a:latin typeface="Times New Roman" panose="02020603050405020304" pitchFamily="18" charset="0"/>
                <a:ea typeface="Calibri" panose="020F0502020204030204" pitchFamily="34" charset="0"/>
              </a:rPr>
              <a:t>cho</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khách</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hàng</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kèm</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lý</a:t>
            </a:r>
            <a:r>
              <a:rPr lang="en-US" sz="1300" dirty="0">
                <a:solidFill>
                  <a:srgbClr val="000000"/>
                </a:solidFill>
                <a:effectLst/>
                <a:latin typeface="Times New Roman" panose="02020603050405020304" pitchFamily="18" charset="0"/>
                <a:ea typeface="Calibri" panose="020F0502020204030204" pitchFamily="34" charset="0"/>
              </a:rPr>
              <a:t> do </a:t>
            </a:r>
            <a:r>
              <a:rPr lang="en-US" sz="1300" dirty="0" err="1">
                <a:solidFill>
                  <a:srgbClr val="000000"/>
                </a:solidFill>
                <a:effectLst/>
                <a:latin typeface="Times New Roman" panose="02020603050405020304" pitchFamily="18" charset="0"/>
                <a:ea typeface="Calibri" panose="020F0502020204030204" pitchFamily="34" charset="0"/>
              </a:rPr>
              <a:t>trả</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jira</a:t>
            </a:r>
            <a:r>
              <a:rPr lang="en-US" sz="1300" dirty="0">
                <a:solidFill>
                  <a:srgbClr val="000000"/>
                </a:solidFill>
                <a:effectLst/>
                <a:latin typeface="Times New Roman" panose="02020603050405020304" pitchFamily="18" charset="0"/>
                <a:ea typeface="Calibri" panose="020F0502020204030204" pitchFamily="34" charset="0"/>
              </a:rPr>
              <a:t>. </a:t>
            </a:r>
            <a:endParaRPr lang="en-US" sz="1200" dirty="0">
              <a:effectLst/>
              <a:latin typeface="Times New Roman" panose="02020603050405020304" pitchFamily="18" charset="0"/>
              <a:ea typeface="Calibri" panose="020F0502020204030204" pitchFamily="34" charset="0"/>
            </a:endParaRPr>
          </a:p>
          <a:p>
            <a:pPr marL="742950" marR="0" lvl="1" indent="-285750" algn="just">
              <a:spcBef>
                <a:spcPts val="0"/>
              </a:spcBef>
              <a:spcAft>
                <a:spcPts val="0"/>
              </a:spcAft>
              <a:buFont typeface="Courier New" panose="02070309020205020404" pitchFamily="49" charset="0"/>
              <a:buChar char="o"/>
            </a:pPr>
            <a:r>
              <a:rPr lang="en-US" sz="1300" dirty="0" err="1">
                <a:solidFill>
                  <a:srgbClr val="000000"/>
                </a:solidFill>
                <a:effectLst/>
                <a:latin typeface="Times New Roman" panose="02020603050405020304" pitchFamily="18" charset="0"/>
                <a:ea typeface="Times New Roman" panose="02020603050405020304" pitchFamily="18" charset="0"/>
              </a:rPr>
              <a:t>Nếu</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phát</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hiện</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lỗi</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hệ</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thống</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thì</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chuyển</a:t>
            </a:r>
            <a:r>
              <a:rPr lang="en-US" sz="1300" dirty="0">
                <a:solidFill>
                  <a:srgbClr val="000000"/>
                </a:solidFill>
                <a:effectLst/>
                <a:latin typeface="Times New Roman" panose="02020603050405020304" pitchFamily="18" charset="0"/>
                <a:ea typeface="Times New Roman" panose="02020603050405020304" pitchFamily="18" charset="0"/>
              </a:rPr>
              <a:t> Jira </a:t>
            </a:r>
            <a:r>
              <a:rPr lang="en-US" sz="1300" dirty="0" err="1">
                <a:solidFill>
                  <a:srgbClr val="000000"/>
                </a:solidFill>
                <a:effectLst/>
                <a:latin typeface="Times New Roman" panose="02020603050405020304" pitchFamily="18" charset="0"/>
                <a:ea typeface="Times New Roman" panose="02020603050405020304" pitchFamily="18" charset="0"/>
              </a:rPr>
              <a:t>về</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cho</a:t>
            </a:r>
            <a:r>
              <a:rPr lang="en-US" sz="1300" dirty="0">
                <a:solidFill>
                  <a:srgbClr val="000000"/>
                </a:solidFill>
                <a:effectLst/>
                <a:latin typeface="Times New Roman" panose="02020603050405020304" pitchFamily="18" charset="0"/>
                <a:ea typeface="Times New Roman" panose="02020603050405020304" pitchFamily="18" charset="0"/>
              </a:rPr>
              <a:t> dev lead </a:t>
            </a:r>
            <a:r>
              <a:rPr lang="en-US" sz="1300" dirty="0" err="1">
                <a:solidFill>
                  <a:srgbClr val="000000"/>
                </a:solidFill>
                <a:effectLst/>
                <a:latin typeface="Times New Roman" panose="02020603050405020304" pitchFamily="18" charset="0"/>
                <a:ea typeface="Times New Roman" panose="02020603050405020304" pitchFamily="18" charset="0"/>
              </a:rPr>
              <a:t>kèm</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thông</a:t>
            </a:r>
            <a:r>
              <a:rPr lang="en-US" sz="1300" dirty="0">
                <a:solidFill>
                  <a:srgbClr val="000000"/>
                </a:solidFill>
                <a:effectLst/>
                <a:latin typeface="Times New Roman" panose="02020603050405020304" pitchFamily="18" charset="0"/>
                <a:ea typeface="Times New Roman" panose="02020603050405020304" pitchFamily="18" charset="0"/>
              </a:rPr>
              <a:t> tin </a:t>
            </a:r>
            <a:r>
              <a:rPr lang="en-US" sz="1300" dirty="0" err="1">
                <a:solidFill>
                  <a:srgbClr val="000000"/>
                </a:solidFill>
                <a:effectLst/>
                <a:latin typeface="Times New Roman" panose="02020603050405020304" pitchFamily="18" charset="0"/>
                <a:ea typeface="Times New Roman" panose="02020603050405020304" pitchFamily="18" charset="0"/>
              </a:rPr>
              <a:t>cụ</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thể</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lỗi</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Quy</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trình</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sau</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đó</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giống</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quy</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trình</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xử</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lý</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lỗi</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nội</a:t>
            </a:r>
            <a:r>
              <a:rPr lang="en-US" sz="1300" dirty="0">
                <a:solidFill>
                  <a:srgbClr val="000000"/>
                </a:solidFill>
                <a:effectLst/>
                <a:latin typeface="Times New Roman" panose="02020603050405020304" pitchFamily="18" charset="0"/>
                <a:ea typeface="Times New Roman" panose="02020603050405020304" pitchFamily="18" charset="0"/>
              </a:rPr>
              <a:t> </a:t>
            </a:r>
            <a:r>
              <a:rPr lang="en-US" sz="1300" dirty="0" err="1">
                <a:solidFill>
                  <a:srgbClr val="000000"/>
                </a:solidFill>
                <a:effectLst/>
                <a:latin typeface="Times New Roman" panose="02020603050405020304" pitchFamily="18" charset="0"/>
                <a:ea typeface="Times New Roman" panose="02020603050405020304" pitchFamily="18" charset="0"/>
              </a:rPr>
              <a:t>bộ</a:t>
            </a:r>
            <a:r>
              <a:rPr lang="en-US" sz="1300" dirty="0">
                <a:solidFill>
                  <a:srgbClr val="000000"/>
                </a:solidFill>
                <a:effectLst/>
                <a:latin typeface="Times New Roman" panose="02020603050405020304" pitchFamily="18" charset="0"/>
                <a:ea typeface="Times New Roman" panose="02020603050405020304" pitchFamily="18" charset="0"/>
              </a:rPr>
              <a:t>. </a:t>
            </a:r>
            <a:endParaRPr lang="en-US" sz="1200" dirty="0">
              <a:effectLst/>
              <a:latin typeface="Times New Roman" panose="02020603050405020304" pitchFamily="18" charset="0"/>
              <a:ea typeface="Times New Roman" panose="02020603050405020304" pitchFamily="18" charset="0"/>
            </a:endParaRPr>
          </a:p>
          <a:p>
            <a:r>
              <a:rPr lang="en-US" sz="1300" dirty="0" err="1">
                <a:solidFill>
                  <a:srgbClr val="000000"/>
                </a:solidFill>
                <a:effectLst/>
                <a:latin typeface="Times New Roman" panose="02020603050405020304" pitchFamily="18" charset="0"/>
                <a:ea typeface="Calibri" panose="020F0502020204030204" pitchFamily="34" charset="0"/>
              </a:rPr>
              <a:t>Bước</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cuối</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sau</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khi</a:t>
            </a:r>
            <a:r>
              <a:rPr lang="en-US" sz="1300" dirty="0">
                <a:solidFill>
                  <a:srgbClr val="000000"/>
                </a:solidFill>
                <a:effectLst/>
                <a:latin typeface="Times New Roman" panose="02020603050405020304" pitchFamily="18" charset="0"/>
                <a:ea typeface="Calibri" panose="020F0502020204030204" pitchFamily="34" charset="0"/>
              </a:rPr>
              <a:t> BA / Tester test </a:t>
            </a:r>
            <a:r>
              <a:rPr lang="en-US" sz="1300" dirty="0" err="1">
                <a:solidFill>
                  <a:srgbClr val="000000"/>
                </a:solidFill>
                <a:effectLst/>
                <a:latin typeface="Times New Roman" panose="02020603050405020304" pitchFamily="18" charset="0"/>
                <a:ea typeface="Calibri" panose="020F0502020204030204" pitchFamily="34" charset="0"/>
              </a:rPr>
              <a:t>thành</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công</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trên</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môi</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trường</a:t>
            </a:r>
            <a:r>
              <a:rPr lang="en-US" sz="1300" dirty="0">
                <a:solidFill>
                  <a:srgbClr val="000000"/>
                </a:solidFill>
                <a:effectLst/>
                <a:latin typeface="Times New Roman" panose="02020603050405020304" pitchFamily="18" charset="0"/>
                <a:ea typeface="Calibri" panose="020F0502020204030204" pitchFamily="34" charset="0"/>
              </a:rPr>
              <a:t> SIT, </a:t>
            </a:r>
            <a:r>
              <a:rPr lang="en-US" sz="1300" dirty="0" err="1">
                <a:solidFill>
                  <a:srgbClr val="000000"/>
                </a:solidFill>
                <a:effectLst/>
                <a:latin typeface="Times New Roman" panose="02020603050405020304" pitchFamily="18" charset="0"/>
                <a:ea typeface="Calibri" panose="020F0502020204030204" pitchFamily="34" charset="0"/>
              </a:rPr>
              <a:t>sẽ</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báo</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bàn</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giao</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lên</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môi</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trường</a:t>
            </a:r>
            <a:r>
              <a:rPr lang="en-US" sz="1300" dirty="0">
                <a:solidFill>
                  <a:srgbClr val="000000"/>
                </a:solidFill>
                <a:effectLst/>
                <a:latin typeface="Times New Roman" panose="02020603050405020304" pitchFamily="18" charset="0"/>
                <a:ea typeface="Calibri" panose="020F0502020204030204" pitchFamily="34" charset="0"/>
              </a:rPr>
              <a:t> UAT </a:t>
            </a:r>
            <a:r>
              <a:rPr lang="en-US" sz="1300" dirty="0" err="1">
                <a:solidFill>
                  <a:srgbClr val="000000"/>
                </a:solidFill>
                <a:effectLst/>
                <a:latin typeface="Times New Roman" panose="02020603050405020304" pitchFamily="18" charset="0"/>
                <a:ea typeface="Calibri" panose="020F0502020204030204" pitchFamily="34" charset="0"/>
              </a:rPr>
              <a:t>và</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chuyển</a:t>
            </a:r>
            <a:r>
              <a:rPr lang="en-US" sz="1300" dirty="0">
                <a:solidFill>
                  <a:srgbClr val="000000"/>
                </a:solidFill>
                <a:effectLst/>
                <a:latin typeface="Times New Roman" panose="02020603050405020304" pitchFamily="18" charset="0"/>
                <a:ea typeface="Calibri" panose="020F0502020204030204" pitchFamily="34" charset="0"/>
              </a:rPr>
              <a:t> Jira </a:t>
            </a:r>
            <a:r>
              <a:rPr lang="en-US" sz="1300" dirty="0" err="1">
                <a:solidFill>
                  <a:srgbClr val="000000"/>
                </a:solidFill>
                <a:effectLst/>
                <a:latin typeface="Times New Roman" panose="02020603050405020304" pitchFamily="18" charset="0"/>
                <a:ea typeface="Calibri" panose="020F0502020204030204" pitchFamily="34" charset="0"/>
              </a:rPr>
              <a:t>cho</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ngân</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hàng</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khi</a:t>
            </a:r>
            <a:r>
              <a:rPr lang="en-US" sz="1300" dirty="0">
                <a:solidFill>
                  <a:srgbClr val="000000"/>
                </a:solidFill>
                <a:effectLst/>
                <a:latin typeface="Times New Roman" panose="02020603050405020304" pitchFamily="18" charset="0"/>
                <a:ea typeface="Calibri" panose="020F0502020204030204" pitchFamily="34" charset="0"/>
              </a:rPr>
              <a:t> code </a:t>
            </a:r>
            <a:r>
              <a:rPr lang="en-US" sz="1300" dirty="0" err="1">
                <a:solidFill>
                  <a:srgbClr val="000000"/>
                </a:solidFill>
                <a:effectLst/>
                <a:latin typeface="Times New Roman" panose="02020603050405020304" pitchFamily="18" charset="0"/>
                <a:ea typeface="Calibri" panose="020F0502020204030204" pitchFamily="34" charset="0"/>
              </a:rPr>
              <a:t>được</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bàn</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giao</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lên</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môi</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trường</a:t>
            </a:r>
            <a:r>
              <a:rPr lang="en-US" sz="1300" dirty="0">
                <a:solidFill>
                  <a:srgbClr val="000000"/>
                </a:solidFill>
                <a:effectLst/>
                <a:latin typeface="Times New Roman" panose="02020603050405020304" pitchFamily="18" charset="0"/>
                <a:ea typeface="Calibri" panose="020F0502020204030204" pitchFamily="34" charset="0"/>
              </a:rPr>
              <a:t> UAT. </a:t>
            </a:r>
            <a:r>
              <a:rPr lang="en-US" sz="1300" dirty="0" err="1">
                <a:solidFill>
                  <a:srgbClr val="000000"/>
                </a:solidFill>
                <a:effectLst/>
                <a:latin typeface="Times New Roman" panose="02020603050405020304" pitchFamily="18" charset="0"/>
                <a:ea typeface="Calibri" panose="020F0502020204030204" pitchFamily="34" charset="0"/>
              </a:rPr>
              <a:t>Luồng</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sẽ</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được</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lặp</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lại</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cho</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tới</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khi</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khách</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hàng</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đóng</a:t>
            </a:r>
            <a:r>
              <a:rPr lang="en-US" sz="1300" dirty="0">
                <a:solidFill>
                  <a:srgbClr val="000000"/>
                </a:solidFill>
                <a:effectLst/>
                <a:latin typeface="Times New Roman" panose="02020603050405020304" pitchFamily="18" charset="0"/>
                <a:ea typeface="Calibri" panose="020F0502020204030204" pitchFamily="34" charset="0"/>
              </a:rPr>
              <a:t> </a:t>
            </a:r>
            <a:r>
              <a:rPr lang="en-US" sz="1300" dirty="0" err="1">
                <a:solidFill>
                  <a:srgbClr val="000000"/>
                </a:solidFill>
                <a:effectLst/>
                <a:latin typeface="Times New Roman" panose="02020603050405020304" pitchFamily="18" charset="0"/>
                <a:ea typeface="Calibri" panose="020F0502020204030204" pitchFamily="34" charset="0"/>
              </a:rPr>
              <a:t>jira</a:t>
            </a:r>
            <a:r>
              <a:rPr lang="en-US" sz="1300" dirty="0">
                <a:solidFill>
                  <a:srgbClr val="000000"/>
                </a:solidFill>
                <a:effectLst/>
                <a:latin typeface="Times New Roman" panose="02020603050405020304" pitchFamily="18" charset="0"/>
                <a:ea typeface="Calibri" panose="020F0502020204030204" pitchFamily="34" charset="0"/>
              </a:rPr>
              <a:t> </a:t>
            </a:r>
          </a:p>
          <a:p>
            <a:endParaRPr lang="en-US" sz="1300" dirty="0">
              <a:solidFill>
                <a:srgbClr val="000000"/>
              </a:solidFill>
              <a:effectLst/>
              <a:latin typeface="Times New Roman" panose="02020603050405020304" pitchFamily="18" charset="0"/>
            </a:endParaRPr>
          </a:p>
          <a:p>
            <a:pPr marL="0" marR="0" indent="274320" algn="just">
              <a:spcBef>
                <a:spcPts val="600"/>
              </a:spcBef>
              <a:spcAft>
                <a:spcPts val="0"/>
              </a:spcAft>
            </a:pPr>
            <a:r>
              <a:rPr lang="en-US" sz="1800" dirty="0">
                <a:solidFill>
                  <a:srgbClr val="000000"/>
                </a:solidFill>
                <a:effectLst/>
                <a:latin typeface="Times New Roman" panose="02020603050405020304" pitchFamily="18" charset="0"/>
                <a:ea typeface="Times New Roman" panose="02020603050405020304" pitchFamily="18" charset="0"/>
              </a:rPr>
              <a:t>Công </a:t>
            </a:r>
            <a:r>
              <a:rPr lang="en-US" sz="1800" dirty="0" err="1">
                <a:solidFill>
                  <a:srgbClr val="000000"/>
                </a:solidFill>
                <a:effectLst/>
                <a:latin typeface="Times New Roman" panose="02020603050405020304" pitchFamily="18" charset="0"/>
                <a:ea typeface="Times New Roman" panose="02020603050405020304" pitchFamily="18" charset="0"/>
              </a:rPr>
              <a:t>việc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sẽ</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được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giao</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cho</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từng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cá</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nhân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thực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hiện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Hệ</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thống</a:t>
            </a:r>
            <a:r>
              <a:rPr lang="en-US" sz="1800" dirty="0">
                <a:solidFill>
                  <a:srgbClr val="000000"/>
                </a:solidFill>
                <a:effectLst/>
                <a:latin typeface="Times New Roman" panose="02020603050405020304" pitchFamily="18" charset="0"/>
                <a:ea typeface="Times New Roman" panose="02020603050405020304" pitchFamily="18" charset="0"/>
              </a:rPr>
              <a:t> JIRA </a:t>
            </a:r>
            <a:r>
              <a:rPr lang="en-US" sz="1800" dirty="0" err="1">
                <a:solidFill>
                  <a:srgbClr val="000000"/>
                </a:solidFill>
                <a:effectLst/>
                <a:latin typeface="Times New Roman" panose="02020603050405020304" pitchFamily="18" charset="0"/>
                <a:ea typeface="Times New Roman" panose="02020603050405020304" pitchFamily="18" charset="0"/>
              </a:rPr>
              <a:t>cho</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phép</a:t>
            </a:r>
            <a:r>
              <a:rPr lang="en-US" sz="1800" dirty="0">
                <a:solidFill>
                  <a:srgbClr val="000000"/>
                </a:solidFill>
                <a:effectLst/>
                <a:latin typeface="Times New Roman" panose="02020603050405020304" pitchFamily="18" charset="0"/>
                <a:ea typeface="Times New Roman" panose="02020603050405020304" pitchFamily="18" charset="0"/>
              </a:rPr>
              <a:t> log </a:t>
            </a:r>
            <a:r>
              <a:rPr lang="en-US" sz="1800" dirty="0" err="1">
                <a:solidFill>
                  <a:srgbClr val="000000"/>
                </a:solidFill>
                <a:effectLst/>
                <a:latin typeface="Times New Roman" panose="02020603050405020304" pitchFamily="18" charset="0"/>
                <a:ea typeface="Times New Roman" panose="02020603050405020304" pitchFamily="18" charset="0"/>
              </a:rPr>
              <a:t>các</a:t>
            </a:r>
            <a:r>
              <a:rPr lang="en-US" sz="1800" dirty="0">
                <a:solidFill>
                  <a:srgbClr val="000000"/>
                </a:solidFill>
                <a:effectLst/>
                <a:latin typeface="Times New Roman" panose="02020603050405020304" pitchFamily="18" charset="0"/>
                <a:ea typeface="Times New Roman" panose="02020603050405020304" pitchFamily="18" charset="0"/>
              </a:rPr>
              <a:t> worklog </a:t>
            </a:r>
            <a:r>
              <a:rPr lang="en-US" sz="1800" dirty="0" err="1">
                <a:solidFill>
                  <a:srgbClr val="000000"/>
                </a:solidFill>
                <a:effectLst/>
                <a:latin typeface="Times New Roman" panose="02020603050405020304" pitchFamily="18" charset="0"/>
                <a:ea typeface="Times New Roman" panose="02020603050405020304" pitchFamily="18" charset="0"/>
              </a:rPr>
              <a:t>của</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từng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cá</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nhân</a:t>
            </a:r>
            <a:r>
              <a:rPr lang="en-US" sz="1800" dirty="0">
                <a:solidFill>
                  <a:srgbClr val="000000"/>
                </a:solidFill>
                <a:effectLst/>
                <a:latin typeface="Times New Roman" panose="02020603050405020304" pitchFamily="18" charset="0"/>
                <a:ea typeface="Times New Roman" panose="02020603050405020304" pitchFamily="18" charset="0"/>
              </a:rPr>
              <a:t> (timesheet) </a:t>
            </a:r>
            <a:r>
              <a:rPr lang="en-US" sz="1800" dirty="0" err="1">
                <a:solidFill>
                  <a:srgbClr val="000000"/>
                </a:solidFill>
                <a:effectLst/>
                <a:latin typeface="Times New Roman" panose="02020603050405020304" pitchFamily="18" charset="0"/>
                <a:ea typeface="Times New Roman" panose="02020603050405020304" pitchFamily="18" charset="0"/>
              </a:rPr>
              <a:t>theo</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thời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gian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làm</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việc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của</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mỗi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cá</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nhân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mỗi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ngày</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một</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công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việc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tương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đương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là</a:t>
            </a:r>
            <a:r>
              <a:rPr lang="en-US" sz="1800" dirty="0">
                <a:solidFill>
                  <a:srgbClr val="000000"/>
                </a:solidFill>
                <a:effectLst/>
                <a:latin typeface="Times New Roman" panose="02020603050405020304" pitchFamily="18" charset="0"/>
                <a:ea typeface="Times New Roman" panose="02020603050405020304" pitchFamily="18" charset="0"/>
              </a:rPr>
              <a:t> 5 </a:t>
            </a:r>
            <a:r>
              <a:rPr lang="en-US" sz="1800" dirty="0" err="1">
                <a:solidFill>
                  <a:srgbClr val="000000"/>
                </a:solidFill>
                <a:effectLst/>
                <a:latin typeface="Times New Roman" panose="02020603050405020304" pitchFamily="18" charset="0"/>
                <a:ea typeface="Times New Roman" panose="02020603050405020304" pitchFamily="18" charset="0"/>
              </a:rPr>
              <a:t>công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việc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một</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tuần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Thời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gian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thực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hiện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là</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hàng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ngày</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Thời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gian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chốt</a:t>
            </a:r>
            <a:r>
              <a:rPr lang="en-US" sz="1800" dirty="0">
                <a:solidFill>
                  <a:srgbClr val="000000"/>
                </a:solidFill>
                <a:effectLst/>
                <a:latin typeface="Times New Roman" panose="02020603050405020304" pitchFamily="18" charset="0"/>
                <a:ea typeface="Times New Roman" panose="02020603050405020304" pitchFamily="18" charset="0"/>
              </a:rPr>
              <a:t> worklog </a:t>
            </a:r>
            <a:r>
              <a:rPr lang="en-US" sz="1800" dirty="0" err="1">
                <a:solidFill>
                  <a:srgbClr val="000000"/>
                </a:solidFill>
                <a:effectLst/>
                <a:latin typeface="Times New Roman" panose="02020603050405020304" pitchFamily="18" charset="0"/>
                <a:ea typeface="Times New Roman" panose="02020603050405020304" pitchFamily="18" charset="0"/>
              </a:rPr>
              <a:t>là</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thứ</a:t>
            </a:r>
            <a:r>
              <a:rPr lang="en-US" sz="1800" dirty="0">
                <a:solidFill>
                  <a:srgbClr val="000000"/>
                </a:solidFill>
                <a:effectLst/>
                <a:latin typeface="Times New Roman" panose="02020603050405020304" pitchFamily="18" charset="0"/>
                <a:ea typeface="Times New Roman" panose="02020603050405020304" pitchFamily="18" charset="0"/>
              </a:rPr>
              <a:t> 6 </a:t>
            </a:r>
            <a:r>
              <a:rPr lang="en-US" sz="1800" dirty="0" err="1">
                <a:solidFill>
                  <a:srgbClr val="000000"/>
                </a:solidFill>
                <a:effectLst/>
                <a:latin typeface="Times New Roman" panose="02020603050405020304" pitchFamily="18" charset="0"/>
                <a:ea typeface="Times New Roman" panose="02020603050405020304" pitchFamily="18" charset="0"/>
              </a:rPr>
              <a:t>hàng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tuần</a:t>
            </a:r>
            <a:r>
              <a:rPr lang="en-US" sz="1800" dirty="0">
                <a:solidFill>
                  <a:srgbClr val="000000"/>
                </a:solidFill>
                <a:effectLst/>
                <a:latin typeface="Times New Roman" panose="02020603050405020304" pitchFamily="18" charset="0"/>
                <a:ea typeface="Times New Roman" panose="02020603050405020304" pitchFamily="18" charset="0"/>
              </a:rPr>
              <a:t>.</a:t>
            </a:r>
            <a:endParaRPr lang="en-US" sz="1800" dirty="0">
              <a:effectLst/>
              <a:latin typeface="Times New Roman" panose="02020603050405020304" pitchFamily="18" charset="0"/>
              <a:ea typeface="Times New Roman" panose="02020603050405020304" pitchFamily="18" charset="0"/>
            </a:endParaRPr>
          </a:p>
          <a:p>
            <a:pPr marL="0" marR="0" indent="274320" algn="just">
              <a:spcBef>
                <a:spcPts val="600"/>
              </a:spcBef>
              <a:spcAft>
                <a:spcPts val="0"/>
              </a:spcAft>
            </a:pPr>
            <a:r>
              <a:rPr lang="en-US" sz="1800" dirty="0" err="1">
                <a:solidFill>
                  <a:srgbClr val="000000"/>
                </a:solidFill>
                <a:effectLst/>
                <a:latin typeface="Times New Roman" panose="02020603050405020304" pitchFamily="18" charset="0"/>
                <a:ea typeface="Times New Roman" panose="02020603050405020304" pitchFamily="18" charset="0"/>
              </a:rPr>
              <a:t>Đối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với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các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công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việc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cần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thực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hiện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có</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luồng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quy</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trình</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người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yêu</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cầu</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thường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trao</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đổi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trực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tiếp</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với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người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thực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hiện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Ví</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dụ</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như</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việc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kiểm</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tra</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và</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đóng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dấu</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tài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liệu</a:t>
            </a:r>
            <a:r>
              <a:rPr lang="en-US" sz="1800" dirty="0">
                <a:solidFill>
                  <a:srgbClr val="000000"/>
                </a:solidFill>
                <a:effectLst/>
                <a:latin typeface="Times New Roman" panose="02020603050405020304" pitchFamily="18" charset="0"/>
                <a:ea typeface="Times New Roman" panose="02020603050405020304" pitchFamily="18" charset="0"/>
              </a:rPr>
              <a:t>, PM </a:t>
            </a:r>
            <a:r>
              <a:rPr lang="en-US" sz="1800" dirty="0" err="1">
                <a:solidFill>
                  <a:srgbClr val="000000"/>
                </a:solidFill>
                <a:effectLst/>
                <a:latin typeface="Times New Roman" panose="02020603050405020304" pitchFamily="18" charset="0"/>
                <a:ea typeface="Times New Roman" panose="02020603050405020304" pitchFamily="18" charset="0"/>
              </a:rPr>
              <a:t>sẽ</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yêu</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cầu</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thư</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ký</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thực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hiện</a:t>
            </a:r>
            <a:r>
              <a:rPr lang="en-US" sz="1800" dirty="0">
                <a:solidFill>
                  <a:srgbClr val="000000"/>
                </a:solidFill>
                <a:effectLst/>
                <a:latin typeface="Times New Roman" panose="02020603050405020304" pitchFamily="18" charset="0"/>
                <a:ea typeface="Times New Roman" panose="02020603050405020304" pitchFamily="18" charset="0"/>
              </a:rPr>
              <a:t> in </a:t>
            </a:r>
            <a:r>
              <a:rPr lang="en-US" sz="1800" dirty="0" err="1">
                <a:solidFill>
                  <a:srgbClr val="000000"/>
                </a:solidFill>
                <a:effectLst/>
                <a:latin typeface="Times New Roman" panose="02020603050405020304" pitchFamily="18" charset="0"/>
                <a:ea typeface="Times New Roman" panose="02020603050405020304" pitchFamily="18" charset="0"/>
              </a:rPr>
              <a:t>ấn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văn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bản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và</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xin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dấu</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của</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công</a:t>
            </a:r>
            <a:r>
              <a:rPr lang="en-US" sz="1800" dirty="0">
                <a:solidFill>
                  <a:srgbClr val="000000"/>
                </a:solidFill>
                <a:effectLst/>
                <a:latin typeface="Times New Roman" panose="02020603050405020304" pitchFamily="18" charset="0"/>
                <a:ea typeface="Times New Roman" panose="02020603050405020304" pitchFamily="18" charset="0"/>
              </a:rPr>
              <a:t> ty </a:t>
            </a:r>
            <a:r>
              <a:rPr lang="en-US" sz="1800" dirty="0" err="1">
                <a:solidFill>
                  <a:srgbClr val="000000"/>
                </a:solidFill>
                <a:effectLst/>
                <a:latin typeface="Times New Roman" panose="02020603050405020304" pitchFamily="18" charset="0"/>
                <a:ea typeface="Times New Roman" panose="02020603050405020304" pitchFamily="18" charset="0"/>
              </a:rPr>
              <a:t>và</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mang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đến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văn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phòng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làm</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việc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địa</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điểm</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khác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trụ</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sở</a:t>
            </a:r>
            <a:r>
              <a:rPr lang="en-US" sz="1800" dirty="0">
                <a:solidFill>
                  <a:srgbClr val="000000"/>
                </a:solidFill>
                <a:effectLst/>
                <a:latin typeface="Times New Roman" panose="02020603050405020304" pitchFamily="18" charset="0"/>
                <a:ea typeface="Times New Roman" panose="02020603050405020304" pitchFamily="18" charset="0"/>
              </a:rPr>
              <a:t>). Khi </a:t>
            </a:r>
            <a:r>
              <a:rPr lang="en-US" sz="1800" dirty="0" err="1">
                <a:solidFill>
                  <a:srgbClr val="000000"/>
                </a:solidFill>
                <a:effectLst/>
                <a:latin typeface="Times New Roman" panose="02020603050405020304" pitchFamily="18" charset="0"/>
                <a:ea typeface="Times New Roman" panose="02020603050405020304" pitchFamily="18" charset="0"/>
              </a:rPr>
              <a:t>thư</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ký</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không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có</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mặt</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thì</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đồng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nghĩa</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phải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chờ</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người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xử</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lý</a:t>
            </a:r>
            <a:r>
              <a:rPr lang="en-US" sz="1800" dirty="0">
                <a:solidFill>
                  <a:srgbClr val="000000"/>
                </a:solidFill>
                <a:effectLst/>
                <a:latin typeface="Times New Roman" panose="02020603050405020304" pitchFamily="18" charset="0"/>
                <a:ea typeface="Times New Roman" panose="02020603050405020304" pitchFamily="18" charset="0"/>
              </a:rPr>
              <a:t>.</a:t>
            </a:r>
          </a:p>
          <a:p>
            <a:pPr marL="0" marR="0" indent="274320" algn="just">
              <a:spcBef>
                <a:spcPts val="600"/>
              </a:spcBef>
              <a:spcAft>
                <a:spcPts val="0"/>
              </a:spcAft>
            </a:pPr>
            <a:endParaRPr lang="en-US" sz="1800" dirty="0">
              <a:solidFill>
                <a:srgbClr val="000000"/>
              </a:solidFill>
              <a:effectLst/>
              <a:latin typeface="Times New Roman" panose="02020603050405020304" pitchFamily="18" charset="0"/>
              <a:ea typeface="Times New Roman" panose="02020603050405020304" pitchFamily="18" charset="0"/>
            </a:endParaRPr>
          </a:p>
          <a:p>
            <a:pPr marL="0" marR="0" indent="274320" algn="just">
              <a:spcBef>
                <a:spcPts val="600"/>
              </a:spcBef>
              <a:spcAft>
                <a:spcPts val="0"/>
              </a:spcAft>
            </a:pPr>
            <a:endParaRPr lang="en-US" sz="1800" dirty="0">
              <a:solidFill>
                <a:srgbClr val="000000"/>
              </a:solidFill>
              <a:effectLst/>
              <a:latin typeface="Times New Roman" panose="02020603050405020304" pitchFamily="18" charset="0"/>
              <a:ea typeface="Times New Roman" panose="02020603050405020304" pitchFamily="18" charset="0"/>
            </a:endParaRPr>
          </a:p>
          <a:p>
            <a:pPr marL="0" marR="0" indent="274320" algn="just">
              <a:spcBef>
                <a:spcPts val="600"/>
              </a:spcBef>
              <a:spcAft>
                <a:spcPts val="0"/>
              </a:spcAft>
            </a:pPr>
            <a:r>
              <a:rPr lang="en-US" sz="1800" dirty="0">
                <a:solidFill>
                  <a:srgbClr val="000000"/>
                </a:solidFill>
                <a:effectLst/>
                <a:latin typeface="Times New Roman" panose="02020603050405020304" pitchFamily="18" charset="0"/>
                <a:ea typeface="Times New Roman" panose="02020603050405020304" pitchFamily="18" charset="0"/>
              </a:rPr>
              <a:t>=======</a:t>
            </a:r>
          </a:p>
          <a:p>
            <a:pPr marL="0" marR="0" indent="274320" algn="just">
              <a:spcBef>
                <a:spcPts val="600"/>
              </a:spcBef>
              <a:spcAft>
                <a:spcPts val="0"/>
              </a:spcAft>
            </a:pPr>
            <a:endParaRPr lang="en-US" sz="1800" dirty="0">
              <a:solidFill>
                <a:srgbClr val="000000"/>
              </a:solidFill>
              <a:effectLst/>
              <a:latin typeface="Times New Roman" panose="02020603050405020304" pitchFamily="18" charset="0"/>
              <a:ea typeface="Times New Roman" panose="02020603050405020304" pitchFamily="18" charset="0"/>
            </a:endParaRPr>
          </a:p>
          <a:p>
            <a:pPr marL="0" marR="0" algn="just">
              <a:lnSpc>
                <a:spcPct val="110000"/>
              </a:lnSpc>
              <a:spcBef>
                <a:spcPts val="300"/>
              </a:spcBef>
              <a:spcAft>
                <a:spcPts val="0"/>
              </a:spcAft>
            </a:pPr>
            <a:r>
              <a:rPr lang="en-US" sz="1800" dirty="0" err="1">
                <a:solidFill>
                  <a:srgbClr val="000000"/>
                </a:solidFill>
                <a:effectLst/>
                <a:latin typeface="Times New Roman" panose="02020603050405020304" pitchFamily="18" charset="0"/>
                <a:ea typeface="Calibri" panose="020F0502020204030204" pitchFamily="34" charset="0"/>
              </a:rPr>
              <a:t>Việc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đánh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giá</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nhân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viên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được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thực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hiện</a:t>
            </a:r>
            <a:r>
              <a:rPr lang="en-US" sz="1800" dirty="0">
                <a:solidFill>
                  <a:srgbClr val="000000"/>
                </a:solidFill>
                <a:effectLst/>
                <a:latin typeface="Times New Roman" panose="02020603050405020304" pitchFamily="18" charset="0"/>
                <a:ea typeface="Calibri" panose="020F0502020204030204" pitchFamily="34" charset="0"/>
              </a:rPr>
              <a:t> qua </a:t>
            </a:r>
            <a:r>
              <a:rPr lang="en-US" sz="1800" dirty="0" err="1">
                <a:solidFill>
                  <a:srgbClr val="000000"/>
                </a:solidFill>
                <a:effectLst/>
                <a:latin typeface="Times New Roman" panose="02020603050405020304" pitchFamily="18" charset="0"/>
                <a:ea typeface="Calibri" panose="020F0502020204030204" pitchFamily="34" charset="0"/>
              </a:rPr>
              <a:t>hệ</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thống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đánh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giá</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của</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công</a:t>
            </a:r>
            <a:r>
              <a:rPr lang="en-US" sz="1800" dirty="0">
                <a:solidFill>
                  <a:srgbClr val="000000"/>
                </a:solidFill>
                <a:effectLst/>
                <a:latin typeface="Times New Roman" panose="02020603050405020304" pitchFamily="18" charset="0"/>
                <a:ea typeface="Calibri" panose="020F0502020204030204" pitchFamily="34" charset="0"/>
              </a:rPr>
              <a:t> ty </a:t>
            </a:r>
            <a:r>
              <a:rPr lang="en-US" sz="1800" dirty="0" err="1">
                <a:solidFill>
                  <a:srgbClr val="000000"/>
                </a:solidFill>
                <a:effectLst/>
                <a:latin typeface="Times New Roman" panose="02020603050405020304" pitchFamily="18" charset="0"/>
                <a:ea typeface="Calibri" panose="020F0502020204030204" pitchFamily="34" charset="0"/>
              </a:rPr>
              <a:t>với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mục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đích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quản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lý</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các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vấn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đề</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liên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quan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đến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năng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lực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của</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cán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bộ</a:t>
            </a:r>
            <a:r>
              <a:rPr lang="en-US" sz="1800" dirty="0">
                <a:solidFill>
                  <a:srgbClr val="000000"/>
                </a:solidFill>
                <a:effectLst/>
                <a:latin typeface="Times New Roman" panose="02020603050405020304" pitchFamily="18" charset="0"/>
                <a:ea typeface="Calibri" panose="020F0502020204030204" pitchFamily="34" charset="0"/>
              </a:rPr>
              <a:t> FIS. </a:t>
            </a:r>
            <a:r>
              <a:rPr lang="en-US" sz="1800" dirty="0" err="1">
                <a:solidFill>
                  <a:srgbClr val="000000"/>
                </a:solidFill>
                <a:effectLst/>
                <a:latin typeface="Times New Roman" panose="02020603050405020304" pitchFamily="18" charset="0"/>
                <a:ea typeface="Calibri" panose="020F0502020204030204" pitchFamily="34" charset="0"/>
              </a:rPr>
              <a:t>Các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bộ</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chỉ</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tiêu</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đánh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giá</a:t>
            </a:r>
            <a:r>
              <a:rPr lang="en-US" sz="1800" dirty="0">
                <a:solidFill>
                  <a:srgbClr val="000000"/>
                </a:solidFill>
                <a:effectLst/>
                <a:latin typeface="Times New Roman" panose="02020603050405020304" pitchFamily="18" charset="0"/>
                <a:ea typeface="Calibri" panose="020F0502020204030204" pitchFamily="34" charset="0"/>
              </a:rPr>
              <a:t> bao </a:t>
            </a:r>
            <a:r>
              <a:rPr lang="en-US" sz="1800" dirty="0" err="1">
                <a:solidFill>
                  <a:srgbClr val="000000"/>
                </a:solidFill>
                <a:effectLst/>
                <a:latin typeface="Times New Roman" panose="02020603050405020304" pitchFamily="18" charset="0"/>
                <a:ea typeface="Calibri" panose="020F0502020204030204" pitchFamily="34" charset="0"/>
              </a:rPr>
              <a:t>gồm</a:t>
            </a:r>
            <a:r>
              <a:rPr lang="en-US" sz="1800" dirty="0">
                <a:solidFill>
                  <a:srgbClr val="000000"/>
                </a:solidFill>
                <a:effectLst/>
                <a:latin typeface="Times New Roman" panose="02020603050405020304" pitchFamily="18" charset="0"/>
                <a:ea typeface="Calibri" panose="020F0502020204030204" pitchFamily="34" charset="0"/>
              </a:rPr>
              <a:t> 4 </a:t>
            </a:r>
            <a:r>
              <a:rPr lang="en-US" sz="1800" dirty="0" err="1">
                <a:solidFill>
                  <a:srgbClr val="000000"/>
                </a:solidFill>
                <a:effectLst/>
                <a:latin typeface="Times New Roman" panose="02020603050405020304" pitchFamily="18" charset="0"/>
                <a:ea typeface="Calibri" panose="020F0502020204030204" pitchFamily="34" charset="0"/>
              </a:rPr>
              <a:t>chỉ</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tiêu</a:t>
            </a:r>
            <a:r>
              <a:rPr lang="en-US" sz="1800" dirty="0">
                <a:solidFill>
                  <a:srgbClr val="000000"/>
                </a:solidFill>
                <a:effectLst/>
                <a:latin typeface="Times New Roman" panose="02020603050405020304" pitchFamily="18" charset="0"/>
                <a:ea typeface="Calibri" panose="020F0502020204030204" pitchFamily="34" charset="0"/>
              </a:rPr>
              <a:t>:</a:t>
            </a:r>
          </a:p>
          <a:p>
            <a:pPr marL="342900" marR="0" lvl="0" indent="-342900" algn="just">
              <a:lnSpc>
                <a:spcPct val="110000"/>
              </a:lnSpc>
              <a:spcBef>
                <a:spcPts val="300"/>
              </a:spcBef>
              <a:spcAft>
                <a:spcPts val="0"/>
              </a:spcAft>
              <a:buFont typeface="Times New Roman" panose="02020603050405020304" pitchFamily="18" charset="0"/>
              <a:buChar char="-"/>
            </a:pPr>
            <a:r>
              <a:rPr lang="en-US" sz="1800" dirty="0" err="1">
                <a:solidFill>
                  <a:srgbClr val="000000"/>
                </a:solidFill>
                <a:effectLst/>
                <a:latin typeface="Times New Roman" panose="02020603050405020304" pitchFamily="18" charset="0"/>
                <a:ea typeface="Calibri" panose="020F0502020204030204" pitchFamily="34" charset="0"/>
              </a:rPr>
              <a:t>Khối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lượng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khối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lượng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thực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hiện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công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việc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tham</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gia</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công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việc</a:t>
            </a:r>
            <a:endParaRPr lang="en-US" sz="1800" dirty="0">
              <a:solidFill>
                <a:srgbClr val="000000"/>
              </a:solidFill>
              <a:effectLst/>
              <a:latin typeface="Times New Roman" panose="02020603050405020304" pitchFamily="18" charset="0"/>
              <a:ea typeface="Calibri" panose="020F0502020204030204" pitchFamily="34" charset="0"/>
            </a:endParaRPr>
          </a:p>
          <a:p>
            <a:pPr marL="342900" marR="0" lvl="0" indent="-342900" algn="just">
              <a:lnSpc>
                <a:spcPct val="110000"/>
              </a:lnSpc>
              <a:spcBef>
                <a:spcPts val="0"/>
              </a:spcBef>
              <a:spcAft>
                <a:spcPts val="0"/>
              </a:spcAft>
              <a:buFont typeface="Times New Roman" panose="02020603050405020304" pitchFamily="18" charset="0"/>
              <a:buChar char="-"/>
            </a:pPr>
            <a:r>
              <a:rPr lang="en-US" sz="1800" dirty="0" err="1">
                <a:solidFill>
                  <a:srgbClr val="000000"/>
                </a:solidFill>
                <a:effectLst/>
                <a:latin typeface="Times New Roman" panose="02020603050405020304" pitchFamily="18" charset="0"/>
                <a:ea typeface="Calibri" panose="020F0502020204030204" pitchFamily="34" charset="0"/>
              </a:rPr>
              <a:t>Chất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lượng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chất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lượng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của</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công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việc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có</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tốt</a:t>
            </a:r>
            <a:r>
              <a:rPr lang="en-US" sz="1800" dirty="0">
                <a:solidFill>
                  <a:srgbClr val="000000"/>
                </a:solidFill>
                <a:effectLst/>
                <a:latin typeface="Times New Roman" panose="02020603050405020304" pitchFamily="18" charset="0"/>
                <a:ea typeface="Calibri" panose="020F0502020204030204" pitchFamily="34" charset="0"/>
              </a:rPr>
              <a:t> hay </a:t>
            </a:r>
            <a:r>
              <a:rPr lang="en-US" sz="1800" dirty="0" err="1">
                <a:solidFill>
                  <a:srgbClr val="000000"/>
                </a:solidFill>
                <a:effectLst/>
                <a:latin typeface="Times New Roman" panose="02020603050405020304" pitchFamily="18" charset="0"/>
                <a:ea typeface="Calibri" panose="020F0502020204030204" pitchFamily="34" charset="0"/>
              </a:rPr>
              <a:t>không</a:t>
            </a:r>
            <a:endParaRPr lang="en-US" sz="1800" dirty="0">
              <a:solidFill>
                <a:srgbClr val="000000"/>
              </a:solidFill>
              <a:effectLst/>
              <a:latin typeface="Times New Roman" panose="02020603050405020304" pitchFamily="18" charset="0"/>
              <a:ea typeface="Calibri" panose="020F0502020204030204" pitchFamily="34" charset="0"/>
            </a:endParaRPr>
          </a:p>
          <a:p>
            <a:pPr marL="342900" marR="0" lvl="0" indent="-342900" algn="just">
              <a:lnSpc>
                <a:spcPct val="110000"/>
              </a:lnSpc>
              <a:spcBef>
                <a:spcPts val="0"/>
              </a:spcBef>
              <a:spcAft>
                <a:spcPts val="0"/>
              </a:spcAft>
              <a:buFont typeface="Times New Roman" panose="02020603050405020304" pitchFamily="18" charset="0"/>
              <a:buChar char="-"/>
            </a:pPr>
            <a:r>
              <a:rPr lang="en-US" sz="1800" dirty="0" err="1">
                <a:solidFill>
                  <a:srgbClr val="000000"/>
                </a:solidFill>
                <a:effectLst/>
                <a:latin typeface="Times New Roman" panose="02020603050405020304" pitchFamily="18" charset="0"/>
                <a:ea typeface="Calibri" panose="020F0502020204030204" pitchFamily="34" charset="0"/>
              </a:rPr>
              <a:t>Tiến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độ</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tiến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độ</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thực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hiện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công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việc</a:t>
            </a:r>
            <a:endParaRPr lang="en-US" sz="1800" dirty="0">
              <a:solidFill>
                <a:srgbClr val="000000"/>
              </a:solidFill>
              <a:effectLst/>
              <a:latin typeface="Times New Roman" panose="02020603050405020304" pitchFamily="18" charset="0"/>
              <a:ea typeface="Calibri" panose="020F0502020204030204" pitchFamily="34" charset="0"/>
            </a:endParaRPr>
          </a:p>
          <a:p>
            <a:pPr marL="342900" marR="0" lvl="0" indent="-342900" algn="just">
              <a:lnSpc>
                <a:spcPct val="110000"/>
              </a:lnSpc>
              <a:spcBef>
                <a:spcPts val="0"/>
              </a:spcBef>
              <a:spcAft>
                <a:spcPts val="0"/>
              </a:spcAft>
              <a:buFont typeface="Times New Roman" panose="02020603050405020304" pitchFamily="18" charset="0"/>
              <a:buChar char="-"/>
            </a:pPr>
            <a:r>
              <a:rPr lang="en-US" sz="1800" dirty="0" err="1">
                <a:solidFill>
                  <a:srgbClr val="000000"/>
                </a:solidFill>
                <a:effectLst/>
                <a:latin typeface="Times New Roman" panose="02020603050405020304" pitchFamily="18" charset="0"/>
                <a:ea typeface="Calibri" panose="020F0502020204030204" pitchFamily="34" charset="0"/>
              </a:rPr>
              <a:t>Tuân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thủ</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tuân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thủ</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các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quy</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định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của</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công</a:t>
            </a:r>
            <a:r>
              <a:rPr lang="en-US" sz="1800" dirty="0">
                <a:solidFill>
                  <a:srgbClr val="000000"/>
                </a:solidFill>
                <a:effectLst/>
                <a:latin typeface="Times New Roman" panose="02020603050405020304" pitchFamily="18" charset="0"/>
                <a:ea typeface="Calibri" panose="020F0502020204030204" pitchFamily="34" charset="0"/>
              </a:rPr>
              <a:t> ty bao </a:t>
            </a:r>
            <a:r>
              <a:rPr lang="en-US" sz="1800" dirty="0" err="1">
                <a:solidFill>
                  <a:srgbClr val="000000"/>
                </a:solidFill>
                <a:effectLst/>
                <a:latin typeface="Times New Roman" panose="02020603050405020304" pitchFamily="18" charset="0"/>
                <a:ea typeface="Calibri" panose="020F0502020204030204" pitchFamily="34" charset="0"/>
              </a:rPr>
              <a:t>gồm</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giờ</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giấc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thái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độ</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tính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hợp</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tác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các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quy</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định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về</a:t>
            </a:r>
            <a:r>
              <a:rPr lang="en-US" sz="1800" dirty="0">
                <a:solidFill>
                  <a:srgbClr val="000000"/>
                </a:solidFill>
                <a:effectLst/>
                <a:latin typeface="Times New Roman" panose="02020603050405020304" pitchFamily="18" charset="0"/>
                <a:ea typeface="Calibri" panose="020F0502020204030204" pitchFamily="34" charset="0"/>
              </a:rPr>
              <a:t> workplace,…</a:t>
            </a:r>
          </a:p>
          <a:p>
            <a:pPr marL="0" marR="0" indent="274320" algn="just">
              <a:spcBef>
                <a:spcPts val="600"/>
              </a:spcBef>
              <a:spcAft>
                <a:spcPts val="0"/>
              </a:spcAft>
            </a:pPr>
            <a:r>
              <a:rPr lang="en-US" sz="1800" dirty="0">
                <a:effectLst/>
                <a:latin typeface="Times New Roman" panose="02020603050405020304" pitchFamily="18" charset="0"/>
                <a:ea typeface="Times New Roman" panose="02020603050405020304" pitchFamily="18" charset="0"/>
              </a:rPr>
              <a:t>================ </a:t>
            </a:r>
          </a:p>
          <a:p>
            <a:pPr marL="0" marR="0" indent="274320" algn="just">
              <a:spcBef>
                <a:spcPts val="600"/>
              </a:spcBef>
              <a:spcAft>
                <a:spcPts val="0"/>
              </a:spcAft>
            </a:pPr>
            <a:endParaRPr lang="en-US" sz="1800" dirty="0">
              <a:effectLst/>
              <a:latin typeface="Times New Roman" panose="02020603050405020304" pitchFamily="18" charset="0"/>
              <a:ea typeface="Times New Roman" panose="02020603050405020304" pitchFamily="18" charset="0"/>
            </a:endParaRPr>
          </a:p>
          <a:p>
            <a:pPr marL="0" marR="0" indent="274320" algn="just">
              <a:spcBef>
                <a:spcPts val="600"/>
              </a:spcBef>
              <a:spcAft>
                <a:spcPts val="0"/>
              </a:spcAft>
            </a:pPr>
            <a:endParaRPr lang="en-US" sz="1800" dirty="0">
              <a:effectLst/>
              <a:latin typeface="Times New Roman" panose="02020603050405020304" pitchFamily="18" charset="0"/>
              <a:ea typeface="Times New Roman" panose="02020603050405020304" pitchFamily="18" charset="0"/>
            </a:endParaRPr>
          </a:p>
          <a:p>
            <a:pPr marL="0" marR="0" indent="274320" algn="just">
              <a:spcBef>
                <a:spcPts val="600"/>
              </a:spcBef>
              <a:spcAft>
                <a:spcPts val="0"/>
              </a:spcAft>
            </a:pPr>
            <a:r>
              <a:rPr lang="en-US" sz="1800" dirty="0" err="1">
                <a:effectLst/>
                <a:latin typeface="Times New Roman" panose="02020603050405020304" pitchFamily="18" charset="0"/>
                <a:ea typeface="Times New Roman" panose="02020603050405020304" pitchFamily="18" charset="0"/>
              </a:rPr>
              <a:t>Tính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khoán</a:t>
            </a:r>
            <a:r>
              <a:rPr lang="en-US" sz="1800" dirty="0">
                <a:effectLst/>
                <a:latin typeface="Times New Roman" panose="02020603050405020304" pitchFamily="18" charset="0"/>
                <a:ea typeface="Times New Roman" panose="02020603050405020304" pitchFamily="18" charset="0"/>
              </a:rPr>
              <a:t> </a:t>
            </a:r>
          </a:p>
          <a:p>
            <a:pPr marL="0" marR="0" indent="274320" algn="just">
              <a:spcBef>
                <a:spcPts val="600"/>
              </a:spcBef>
              <a:spcAft>
                <a:spcPts val="0"/>
              </a:spcAft>
            </a:pPr>
            <a:r>
              <a:rPr lang="en-US" sz="1800" dirty="0">
                <a:solidFill>
                  <a:srgbClr val="000000"/>
                </a:solidFill>
                <a:effectLst/>
                <a:latin typeface="Times New Roman" panose="02020603050405020304" pitchFamily="18" charset="0"/>
                <a:ea typeface="Calibri" panose="020F0502020204030204" pitchFamily="34" charset="0"/>
              </a:rPr>
              <a:t>Theo </a:t>
            </a:r>
            <a:r>
              <a:rPr lang="en-US" sz="1800" dirty="0" err="1">
                <a:solidFill>
                  <a:srgbClr val="000000"/>
                </a:solidFill>
                <a:effectLst/>
                <a:latin typeface="Times New Roman" panose="02020603050405020304" pitchFamily="18" charset="0"/>
                <a:ea typeface="Calibri" panose="020F0502020204030204" pitchFamily="34" charset="0"/>
              </a:rPr>
              <a:t>như</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chính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sách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cũ</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mức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lương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thưởng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cũ</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thì</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sẽ</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dựa</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vào</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các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yếu</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tố</a:t>
            </a:r>
            <a:r>
              <a:rPr lang="en-US" sz="1800" dirty="0">
                <a:solidFill>
                  <a:srgbClr val="000000"/>
                </a:solidFill>
                <a:effectLst/>
                <a:latin typeface="Times New Roman" panose="02020603050405020304" pitchFamily="18" charset="0"/>
                <a:ea typeface="Calibri" panose="020F0502020204030204" pitchFamily="34" charset="0"/>
              </a:rPr>
              <a:t> bao </a:t>
            </a:r>
            <a:r>
              <a:rPr lang="en-US" sz="1800" dirty="0" err="1">
                <a:solidFill>
                  <a:srgbClr val="000000"/>
                </a:solidFill>
                <a:effectLst/>
                <a:latin typeface="Times New Roman" panose="02020603050405020304" pitchFamily="18" charset="0"/>
                <a:ea typeface="Calibri" panose="020F0502020204030204" pitchFamily="34" charset="0"/>
              </a:rPr>
              <a:t>gồm</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đánh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giá</a:t>
            </a:r>
            <a:r>
              <a:rPr lang="en-US" sz="1800" dirty="0">
                <a:solidFill>
                  <a:srgbClr val="000000"/>
                </a:solidFill>
                <a:effectLst/>
                <a:latin typeface="Times New Roman" panose="02020603050405020304" pitchFamily="18" charset="0"/>
                <a:ea typeface="Calibri" panose="020F0502020204030204" pitchFamily="34" charset="0"/>
              </a:rPr>
              <a:t> checkpoint </a:t>
            </a:r>
            <a:r>
              <a:rPr lang="en-US" sz="1800" dirty="0" err="1">
                <a:solidFill>
                  <a:srgbClr val="000000"/>
                </a:solidFill>
                <a:effectLst/>
                <a:latin typeface="Times New Roman" panose="02020603050405020304" pitchFamily="18" charset="0"/>
                <a:ea typeface="Calibri" panose="020F0502020204030204" pitchFamily="34" charset="0"/>
              </a:rPr>
              <a:t>cuối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năm</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khoán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theo</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giai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đoạn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hoặc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khoán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theo</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quý</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Các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mức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lương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thưởng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này</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sẽ</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được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tổng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hợp</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và</a:t>
            </a:r>
            <a:r>
              <a:rPr lang="en-US" sz="1800" dirty="0">
                <a:solidFill>
                  <a:srgbClr val="000000"/>
                </a:solidFill>
                <a:effectLst/>
                <a:latin typeface="Times New Roman" panose="02020603050405020304" pitchFamily="18" charset="0"/>
                <a:ea typeface="Calibri" panose="020F0502020204030204" pitchFamily="34" charset="0"/>
              </a:rPr>
              <a:t> chi </a:t>
            </a:r>
            <a:r>
              <a:rPr lang="en-US" sz="1800" dirty="0" err="1">
                <a:solidFill>
                  <a:srgbClr val="000000"/>
                </a:solidFill>
                <a:effectLst/>
                <a:latin typeface="Times New Roman" panose="02020603050405020304" pitchFamily="18" charset="0"/>
                <a:ea typeface="Calibri" panose="020F0502020204030204" pitchFamily="34" charset="0"/>
              </a:rPr>
              <a:t>vào</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trả</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cuối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năm</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Đặc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điểm</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của</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chính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sách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này</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thì</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lương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hiệu</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quả</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kinh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doanh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và</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gói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lương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của</a:t>
            </a:r>
            <a:r>
              <a:rPr lang="en-US" sz="1800" dirty="0">
                <a:solidFill>
                  <a:srgbClr val="000000"/>
                </a:solidFill>
                <a:effectLst/>
                <a:latin typeface="Times New Roman" panose="02020603050405020304" pitchFamily="18" charset="0"/>
                <a:ea typeface="Calibri" panose="020F0502020204030204" pitchFamily="34" charset="0"/>
              </a:rPr>
              <a:t> CBNV </a:t>
            </a:r>
            <a:r>
              <a:rPr lang="en-US" sz="1800" dirty="0" err="1">
                <a:solidFill>
                  <a:srgbClr val="000000"/>
                </a:solidFill>
                <a:effectLst/>
                <a:latin typeface="Times New Roman" panose="02020603050405020304" pitchFamily="18" charset="0"/>
                <a:ea typeface="Calibri" panose="020F0502020204030204" pitchFamily="34" charset="0"/>
              </a:rPr>
              <a:t>thường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sẽ</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là</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cố</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định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và</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mức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thưởng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đó</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thường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sẽ</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không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được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tăng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thêm</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Việc</a:t>
            </a:r>
            <a:r>
              <a:rPr lang="en-US" sz="1800" dirty="0">
                <a:solidFill>
                  <a:srgbClr val="000000"/>
                </a:solidFill>
                <a:effectLst/>
                <a:latin typeface="Times New Roman" panose="02020603050405020304" pitchFamily="18" charset="0"/>
                <a:ea typeface="Calibri" panose="020F0502020204030204" pitchFamily="34" charset="0"/>
              </a:rPr>
              <a:t> CBNV </a:t>
            </a:r>
            <a:r>
              <a:rPr lang="en-US" sz="1800" dirty="0" err="1">
                <a:solidFill>
                  <a:srgbClr val="000000"/>
                </a:solidFill>
                <a:effectLst/>
                <a:latin typeface="Times New Roman" panose="02020603050405020304" pitchFamily="18" charset="0"/>
                <a:ea typeface="Calibri" panose="020F0502020204030204" pitchFamily="34" charset="0"/>
              </a:rPr>
              <a:t>có</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được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nhận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khoản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lương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mềm</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này</a:t>
            </a:r>
            <a:r>
              <a:rPr lang="en-US" sz="1800" dirty="0">
                <a:solidFill>
                  <a:srgbClr val="000000"/>
                </a:solidFill>
                <a:effectLst/>
                <a:latin typeface="Times New Roman" panose="02020603050405020304" pitchFamily="18" charset="0"/>
                <a:ea typeface="Calibri" panose="020F0502020204030204" pitchFamily="34" charset="0"/>
              </a:rPr>
              <a:t> hay </a:t>
            </a:r>
            <a:r>
              <a:rPr lang="en-US" sz="1800" dirty="0" err="1">
                <a:solidFill>
                  <a:srgbClr val="000000"/>
                </a:solidFill>
                <a:effectLst/>
                <a:latin typeface="Times New Roman" panose="02020603050405020304" pitchFamily="18" charset="0"/>
                <a:ea typeface="Calibri" panose="020F0502020204030204" pitchFamily="34" charset="0"/>
              </a:rPr>
              <a:t>không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lại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phụ</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thuộc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rất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nhiều</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yếu</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tố</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trong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đó</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có</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cả</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yếu</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tố</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khách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quan</a:t>
            </a:r>
            <a:r>
              <a:rPr lang="en-US" sz="1800" dirty="0">
                <a:solidFill>
                  <a:srgbClr val="000000"/>
                </a:solidFill>
                <a:effectLst/>
                <a:latin typeface="Times New Roman" panose="02020603050405020304" pitchFamily="18" charset="0"/>
                <a:ea typeface="Calibri" panose="020F0502020204030204" pitchFamily="34" charset="0"/>
              </a:rPr>
              <a:t>. </a:t>
            </a:r>
          </a:p>
          <a:p>
            <a:pPr marL="0" marR="0" indent="274320" algn="just">
              <a:spcBef>
                <a:spcPts val="600"/>
              </a:spcBef>
              <a:spcAft>
                <a:spcPts val="0"/>
              </a:spcAft>
            </a:pPr>
            <a:endParaRPr lang="en-US" sz="1800" dirty="0">
              <a:solidFill>
                <a:srgbClr val="000000"/>
              </a:solidFill>
              <a:effectLst/>
              <a:latin typeface="Times New Roman" panose="02020603050405020304" pitchFamily="18" charset="0"/>
              <a:ea typeface="Times New Roman" panose="02020603050405020304" pitchFamily="18" charset="0"/>
            </a:endParaRPr>
          </a:p>
          <a:p>
            <a:pPr marL="0" marR="0" indent="274320" algn="just">
              <a:spcBef>
                <a:spcPts val="600"/>
              </a:spcBef>
              <a:spcAft>
                <a:spcPts val="0"/>
              </a:spcAft>
            </a:pPr>
            <a:r>
              <a:rPr lang="en-US" sz="1800" dirty="0" err="1">
                <a:solidFill>
                  <a:srgbClr val="000000"/>
                </a:solidFill>
                <a:effectLst/>
                <a:latin typeface="Times New Roman" panose="02020603050405020304" pitchFamily="18" charset="0"/>
                <a:ea typeface="Times New Roman" panose="02020603050405020304" pitchFamily="18" charset="0"/>
              </a:rPr>
              <a:t>Lấy</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ví</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dụ</a:t>
            </a:r>
            <a:r>
              <a:rPr lang="en-US" sz="1800" dirty="0">
                <a:solidFill>
                  <a:srgbClr val="000000"/>
                </a:solidFill>
                <a:effectLst/>
                <a:latin typeface="Times New Roman" panose="02020603050405020304" pitchFamily="18" charset="0"/>
                <a:ea typeface="Times New Roman" panose="02020603050405020304" pitchFamily="18" charset="0"/>
              </a:rPr>
              <a:t> </a:t>
            </a:r>
          </a:p>
          <a:p>
            <a:pPr marL="0" marR="0" indent="274320" algn="just">
              <a:spcBef>
                <a:spcPts val="600"/>
              </a:spcBef>
              <a:spcAft>
                <a:spcPts val="0"/>
              </a:spcAft>
            </a:pPr>
            <a:endParaRPr lang="en-US" sz="1800" dirty="0">
              <a:solidFill>
                <a:srgbClr val="000000"/>
              </a:solidFill>
              <a:effectLst/>
              <a:latin typeface="Times New Roman" panose="02020603050405020304" pitchFamily="18" charset="0"/>
              <a:ea typeface="Times New Roman" panose="02020603050405020304" pitchFamily="18" charset="0"/>
            </a:endParaRPr>
          </a:p>
          <a:p>
            <a:pPr marL="0" marR="0" indent="274320" algn="just">
              <a:spcBef>
                <a:spcPts val="600"/>
              </a:spcBef>
              <a:spcAft>
                <a:spcPts val="0"/>
              </a:spcAft>
            </a:pPr>
            <a:r>
              <a:rPr lang="en-US" sz="1800" b="1" dirty="0" err="1">
                <a:solidFill>
                  <a:srgbClr val="000000"/>
                </a:solidFill>
                <a:effectLst/>
                <a:latin typeface="Times New Roman" panose="02020603050405020304" pitchFamily="18" charset="0"/>
                <a:ea typeface="Calibri" panose="020F0502020204030204" pitchFamily="34" charset="0"/>
              </a:rPr>
              <a:t>Thực</a:t>
            </a:r>
            <a:r>
              <a:rPr lang="en-US" sz="1800" b="1" dirty="0">
                <a:solidFill>
                  <a:srgbClr val="000000"/>
                </a:solidFill>
                <a:effectLst/>
                <a:latin typeface="Times New Roman" panose="02020603050405020304" pitchFamily="18" charset="0"/>
                <a:ea typeface="Calibri" panose="020F0502020204030204" pitchFamily="34" charset="0"/>
              </a:rPr>
              <a:t> </a:t>
            </a:r>
            <a:r>
              <a:rPr lang="en-US" sz="1800" b="1" dirty="0" err="1">
                <a:solidFill>
                  <a:srgbClr val="000000"/>
                </a:solidFill>
                <a:effectLst/>
                <a:latin typeface="Times New Roman" panose="02020603050405020304" pitchFamily="18" charset="0"/>
                <a:ea typeface="Calibri" panose="020F0502020204030204" pitchFamily="34" charset="0"/>
              </a:rPr>
              <a:t>tế</a:t>
            </a:r>
            <a:r>
              <a:rPr lang="en-US" sz="1800" b="1" dirty="0">
                <a:solidFill>
                  <a:srgbClr val="000000"/>
                </a:solidFill>
                <a:effectLst/>
                <a:latin typeface="Times New Roman" panose="02020603050405020304" pitchFamily="18" charset="0"/>
                <a:ea typeface="Calibri" panose="020F0502020204030204" pitchFamily="34" charset="0"/>
              </a:rPr>
              <a:t> 2</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về</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khoán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theo</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giai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đoạn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Giả</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sử</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quỹ</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lương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khoán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là</a:t>
            </a:r>
            <a:r>
              <a:rPr lang="en-US" sz="1800" dirty="0">
                <a:solidFill>
                  <a:srgbClr val="000000"/>
                </a:solidFill>
                <a:effectLst/>
                <a:latin typeface="Times New Roman" panose="02020603050405020304" pitchFamily="18" charset="0"/>
                <a:ea typeface="Calibri" panose="020F0502020204030204" pitchFamily="34" charset="0"/>
              </a:rPr>
              <a:t> 400 </a:t>
            </a:r>
            <a:r>
              <a:rPr lang="en-US" sz="1800" dirty="0" err="1">
                <a:solidFill>
                  <a:srgbClr val="000000"/>
                </a:solidFill>
                <a:effectLst/>
                <a:latin typeface="Times New Roman" panose="02020603050405020304" pitchFamily="18" charset="0"/>
                <a:ea typeface="Calibri" panose="020F0502020204030204" pitchFamily="34" charset="0"/>
              </a:rPr>
              <a:t>triệu</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mỗi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giai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đoạn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là</a:t>
            </a:r>
            <a:r>
              <a:rPr lang="en-US" sz="1800" dirty="0">
                <a:solidFill>
                  <a:srgbClr val="000000"/>
                </a:solidFill>
                <a:effectLst/>
                <a:latin typeface="Times New Roman" panose="02020603050405020304" pitchFamily="18" charset="0"/>
                <a:ea typeface="Calibri" panose="020F0502020204030204" pitchFamily="34" charset="0"/>
              </a:rPr>
              <a:t> 100 </a:t>
            </a:r>
            <a:r>
              <a:rPr lang="en-US" sz="1800" dirty="0" err="1">
                <a:solidFill>
                  <a:srgbClr val="000000"/>
                </a:solidFill>
                <a:effectLst/>
                <a:latin typeface="Times New Roman" panose="02020603050405020304" pitchFamily="18" charset="0"/>
                <a:ea typeface="Calibri" panose="020F0502020204030204" pitchFamily="34" charset="0"/>
              </a:rPr>
              <a:t>triệu</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Nếu</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không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có</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sự</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cố</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hoặc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chậm</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trễ</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thì</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số</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tiền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sẽ</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nhận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khoán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là</a:t>
            </a:r>
            <a:r>
              <a:rPr lang="en-US" sz="1800" dirty="0">
                <a:solidFill>
                  <a:srgbClr val="000000"/>
                </a:solidFill>
                <a:effectLst/>
                <a:latin typeface="Times New Roman" panose="02020603050405020304" pitchFamily="18" charset="0"/>
                <a:ea typeface="Calibri" panose="020F0502020204030204" pitchFamily="34" charset="0"/>
              </a:rPr>
              <a:t> 100 </a:t>
            </a:r>
            <a:r>
              <a:rPr lang="en-US" sz="1800" dirty="0" err="1">
                <a:solidFill>
                  <a:srgbClr val="000000"/>
                </a:solidFill>
                <a:effectLst/>
                <a:latin typeface="Times New Roman" panose="02020603050405020304" pitchFamily="18" charset="0"/>
                <a:ea typeface="Calibri" panose="020F0502020204030204" pitchFamily="34" charset="0"/>
              </a:rPr>
              <a:t>triệu</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cho</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phòng</a:t>
            </a:r>
            <a:r>
              <a:rPr lang="en-US" sz="1800" dirty="0">
                <a:solidFill>
                  <a:srgbClr val="000000"/>
                </a:solidFill>
                <a:effectLst/>
                <a:latin typeface="Times New Roman" panose="02020603050405020304" pitchFamily="18" charset="0"/>
                <a:ea typeface="Calibri" panose="020F0502020204030204" pitchFamily="34" charset="0"/>
              </a:rPr>
              <a:t> ban. </a:t>
            </a:r>
            <a:r>
              <a:rPr lang="en-US" sz="1800" dirty="0" err="1">
                <a:solidFill>
                  <a:srgbClr val="000000"/>
                </a:solidFill>
                <a:effectLst/>
                <a:latin typeface="Times New Roman" panose="02020603050405020304" pitchFamily="18" charset="0"/>
                <a:ea typeface="Calibri" panose="020F0502020204030204" pitchFamily="34" charset="0"/>
              </a:rPr>
              <a:t>Thực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tế</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tại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PrBBNKBIDV</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năm</a:t>
            </a:r>
            <a:r>
              <a:rPr lang="en-US" sz="1800" dirty="0">
                <a:solidFill>
                  <a:srgbClr val="000000"/>
                </a:solidFill>
                <a:effectLst/>
                <a:latin typeface="Times New Roman" panose="02020603050405020304" pitchFamily="18" charset="0"/>
                <a:ea typeface="Calibri" panose="020F0502020204030204" pitchFamily="34" charset="0"/>
              </a:rPr>
              <a:t> 2020 </a:t>
            </a:r>
            <a:r>
              <a:rPr lang="en-US" sz="1800" dirty="0" err="1">
                <a:solidFill>
                  <a:srgbClr val="000000"/>
                </a:solidFill>
                <a:effectLst/>
                <a:latin typeface="Times New Roman" panose="02020603050405020304" pitchFamily="18" charset="0"/>
                <a:ea typeface="Calibri" panose="020F0502020204030204" pitchFamily="34" charset="0"/>
              </a:rPr>
              <a:t>vừa</a:t>
            </a:r>
            <a:r>
              <a:rPr lang="en-US" sz="1800" dirty="0">
                <a:solidFill>
                  <a:srgbClr val="000000"/>
                </a:solidFill>
                <a:effectLst/>
                <a:latin typeface="Times New Roman" panose="02020603050405020304" pitchFamily="18" charset="0"/>
                <a:ea typeface="Calibri" panose="020F0502020204030204" pitchFamily="34" charset="0"/>
              </a:rPr>
              <a:t> qua, </a:t>
            </a:r>
            <a:r>
              <a:rPr lang="en-US" sz="1800" dirty="0" err="1">
                <a:solidFill>
                  <a:srgbClr val="000000"/>
                </a:solidFill>
                <a:effectLst/>
                <a:latin typeface="Times New Roman" panose="02020603050405020304" pitchFamily="18" charset="0"/>
                <a:ea typeface="Calibri" panose="020F0502020204030204" pitchFamily="34" charset="0"/>
              </a:rPr>
              <a:t>tình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hình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dịch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bệnh</a:t>
            </a:r>
            <a:r>
              <a:rPr lang="en-US" sz="1800" dirty="0">
                <a:solidFill>
                  <a:srgbClr val="000000"/>
                </a:solidFill>
                <a:effectLst/>
                <a:latin typeface="Times New Roman" panose="02020603050405020304" pitchFamily="18" charset="0"/>
                <a:ea typeface="Calibri" panose="020F0502020204030204" pitchFamily="34" charset="0"/>
              </a:rPr>
              <a:t> SARS-COVI 2 </a:t>
            </a:r>
            <a:r>
              <a:rPr lang="en-US" sz="1800" dirty="0" err="1">
                <a:solidFill>
                  <a:srgbClr val="000000"/>
                </a:solidFill>
                <a:effectLst/>
                <a:latin typeface="Times New Roman" panose="02020603050405020304" pitchFamily="18" charset="0"/>
                <a:ea typeface="Calibri" panose="020F0502020204030204" pitchFamily="34" charset="0"/>
              </a:rPr>
              <a:t>diễn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biến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phức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tạp</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theo</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kế</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hoạch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của</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dự</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án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thì</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tháng</a:t>
            </a:r>
            <a:r>
              <a:rPr lang="en-US" sz="1800" dirty="0">
                <a:solidFill>
                  <a:srgbClr val="000000"/>
                </a:solidFill>
                <a:effectLst/>
                <a:latin typeface="Times New Roman" panose="02020603050405020304" pitchFamily="18" charset="0"/>
                <a:ea typeface="Calibri" panose="020F0502020204030204" pitchFamily="34" charset="0"/>
              </a:rPr>
              <a:t> 3/2020 </a:t>
            </a:r>
            <a:r>
              <a:rPr lang="en-US" sz="1800" dirty="0" err="1">
                <a:solidFill>
                  <a:srgbClr val="000000"/>
                </a:solidFill>
                <a:effectLst/>
                <a:latin typeface="Times New Roman" panose="02020603050405020304" pitchFamily="18" charset="0"/>
                <a:ea typeface="Calibri" panose="020F0502020204030204" pitchFamily="34" charset="0"/>
              </a:rPr>
              <a:t>sẽ</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đóng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giai</a:t>
            </a:r>
            <a:r>
              <a:rPr lang="en-US" sz="1800" dirty="0">
                <a:solidFill>
                  <a:srgbClr val="000000"/>
                </a:solidFill>
                <a:effectLst/>
                <a:latin typeface="Times New Roman" panose="02020603050405020304" pitchFamily="18" charset="0"/>
                <a:ea typeface="Calibri" panose="020F0502020204030204" pitchFamily="34" charset="0"/>
              </a:rPr>
              <a:t> GO-LIVE-2 </a:t>
            </a:r>
            <a:r>
              <a:rPr lang="en-US" sz="1800" dirty="0" err="1">
                <a:solidFill>
                  <a:srgbClr val="000000"/>
                </a:solidFill>
                <a:effectLst/>
                <a:latin typeface="Times New Roman" panose="02020603050405020304" pitchFamily="18" charset="0"/>
                <a:ea typeface="Calibri" panose="020F0502020204030204" pitchFamily="34" charset="0"/>
              </a:rPr>
              <a:t>hệ</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thống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khởi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tạo</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và</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quản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lý</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khoản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vay</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và</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hệ</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thống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khởi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tạo</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và</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quản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lý</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tài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sản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đảm</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bảo</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và</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số</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tiền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sẽ</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nhận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khoán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đúng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kế</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hoạch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là</a:t>
            </a:r>
            <a:r>
              <a:rPr lang="en-US" sz="1800" dirty="0">
                <a:solidFill>
                  <a:srgbClr val="000000"/>
                </a:solidFill>
                <a:effectLst/>
                <a:latin typeface="Times New Roman" panose="02020603050405020304" pitchFamily="18" charset="0"/>
                <a:ea typeface="Calibri" panose="020F0502020204030204" pitchFamily="34" charset="0"/>
              </a:rPr>
              <a:t> 100 </a:t>
            </a:r>
            <a:r>
              <a:rPr lang="en-US" sz="1800" dirty="0" err="1">
                <a:solidFill>
                  <a:srgbClr val="000000"/>
                </a:solidFill>
                <a:effectLst/>
                <a:latin typeface="Times New Roman" panose="02020603050405020304" pitchFamily="18" charset="0"/>
                <a:ea typeface="Calibri" panose="020F0502020204030204" pitchFamily="34" charset="0"/>
              </a:rPr>
              <a:t>triệu</a:t>
            </a:r>
            <a:r>
              <a:rPr lang="en-US" sz="1800" dirty="0">
                <a:solidFill>
                  <a:srgbClr val="000000"/>
                </a:solidFill>
                <a:effectLst/>
                <a:latin typeface="Times New Roman" panose="02020603050405020304" pitchFamily="18" charset="0"/>
                <a:ea typeface="Calibri" panose="020F0502020204030204" pitchFamily="34" charset="0"/>
              </a:rPr>
              <a:t>. Do </a:t>
            </a:r>
            <a:r>
              <a:rPr lang="en-US" sz="1800" dirty="0" err="1">
                <a:solidFill>
                  <a:srgbClr val="000000"/>
                </a:solidFill>
                <a:effectLst/>
                <a:latin typeface="Times New Roman" panose="02020603050405020304" pitchFamily="18" charset="0"/>
                <a:ea typeface="Calibri" panose="020F0502020204030204" pitchFamily="34" charset="0"/>
              </a:rPr>
              <a:t>bị</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trượt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mốc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vì</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yếu</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tố</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khách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quan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trên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nên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toàn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dự</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án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đã</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không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thể</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nhận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số</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tiền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này</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Đây</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và</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vấn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đề</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rất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nhiều</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anh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chị</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em</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trong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dự</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án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quan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tâm</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và</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mong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muốn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khắc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phục</a:t>
            </a:r>
            <a:endParaRPr lang="en-US" sz="1800" dirty="0">
              <a:effectLst/>
              <a:latin typeface="Times New Roman" panose="02020603050405020304" pitchFamily="18" charset="0"/>
              <a:ea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6DF9A174-BD37-4CF9-A3FC-30F95FD3068F}" type="slidenum">
              <a:rPr lang="en-US" smtClean="0"/>
              <a:t>4</a:t>
            </a:fld>
            <a:endParaRPr lang="en-US"/>
          </a:p>
        </p:txBody>
      </p:sp>
    </p:spTree>
    <p:extLst>
      <p:ext uri="{BB962C8B-B14F-4D97-AF65-F5344CB8AC3E}">
        <p14:creationId xmlns:p14="http://schemas.microsoft.com/office/powerpoint/2010/main" val="42799292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F9A174-BD37-4CF9-A3FC-30F95FD3068F}" type="slidenum">
              <a:rPr lang="en-US" smtClean="0"/>
              <a:t>5</a:t>
            </a:fld>
            <a:endParaRPr lang="en-US"/>
          </a:p>
        </p:txBody>
      </p:sp>
    </p:spTree>
    <p:extLst>
      <p:ext uri="{BB962C8B-B14F-4D97-AF65-F5344CB8AC3E}">
        <p14:creationId xmlns:p14="http://schemas.microsoft.com/office/powerpoint/2010/main" val="38917528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pPr>
            <a:endParaRPr lang="en-US" sz="1200" b="1" dirty="0">
              <a:latin typeface="Verdana" panose="020B0604030504040204" pitchFamily="34" charset="0"/>
              <a:ea typeface="Verdana" panose="020B0604030504040204" pitchFamily="34" charset="0"/>
            </a:endParaRPr>
          </a:p>
          <a:p>
            <a:endParaRPr lang="en-US" dirty="0"/>
          </a:p>
        </p:txBody>
      </p:sp>
      <p:sp>
        <p:nvSpPr>
          <p:cNvPr id="4" name="Slide Number Placeholder 3"/>
          <p:cNvSpPr>
            <a:spLocks noGrp="1"/>
          </p:cNvSpPr>
          <p:nvPr>
            <p:ph type="sldNum" sz="quarter" idx="5"/>
          </p:nvPr>
        </p:nvSpPr>
        <p:spPr/>
        <p:txBody>
          <a:bodyPr/>
          <a:lstStyle/>
          <a:p>
            <a:fld id="{6DF9A174-BD37-4CF9-A3FC-30F95FD3068F}" type="slidenum">
              <a:rPr lang="en-US" smtClean="0"/>
              <a:t>6</a:t>
            </a:fld>
            <a:endParaRPr lang="en-US"/>
          </a:p>
        </p:txBody>
      </p:sp>
    </p:spTree>
    <p:extLst>
      <p:ext uri="{BB962C8B-B14F-4D97-AF65-F5344CB8AC3E}">
        <p14:creationId xmlns:p14="http://schemas.microsoft.com/office/powerpoint/2010/main" val="36940583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F9A174-BD37-4CF9-A3FC-30F95FD3068F}" type="slidenum">
              <a:rPr lang="en-US" smtClean="0"/>
              <a:t>7</a:t>
            </a:fld>
            <a:endParaRPr lang="en-US"/>
          </a:p>
        </p:txBody>
      </p:sp>
    </p:spTree>
    <p:extLst>
      <p:ext uri="{BB962C8B-B14F-4D97-AF65-F5344CB8AC3E}">
        <p14:creationId xmlns:p14="http://schemas.microsoft.com/office/powerpoint/2010/main" val="29544796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F9A174-BD37-4CF9-A3FC-30F95FD3068F}" type="slidenum">
              <a:rPr lang="en-US" smtClean="0"/>
              <a:t>8</a:t>
            </a:fld>
            <a:endParaRPr lang="en-US"/>
          </a:p>
        </p:txBody>
      </p:sp>
    </p:spTree>
    <p:extLst>
      <p:ext uri="{BB962C8B-B14F-4D97-AF65-F5344CB8AC3E}">
        <p14:creationId xmlns:p14="http://schemas.microsoft.com/office/powerpoint/2010/main" val="17299161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F9A174-BD37-4CF9-A3FC-30F95FD3068F}" type="slidenum">
              <a:rPr lang="en-US" smtClean="0"/>
              <a:t>9</a:t>
            </a:fld>
            <a:endParaRPr lang="en-US"/>
          </a:p>
        </p:txBody>
      </p:sp>
    </p:spTree>
    <p:extLst>
      <p:ext uri="{BB962C8B-B14F-4D97-AF65-F5344CB8AC3E}">
        <p14:creationId xmlns:p14="http://schemas.microsoft.com/office/powerpoint/2010/main" val="37593659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F9A174-BD37-4CF9-A3FC-30F95FD3068F}" type="slidenum">
              <a:rPr lang="en-US" smtClean="0"/>
              <a:t>10</a:t>
            </a:fld>
            <a:endParaRPr lang="en-US"/>
          </a:p>
        </p:txBody>
      </p:sp>
    </p:spTree>
    <p:extLst>
      <p:ext uri="{BB962C8B-B14F-4D97-AF65-F5344CB8AC3E}">
        <p14:creationId xmlns:p14="http://schemas.microsoft.com/office/powerpoint/2010/main" val="203873342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0FC6D13-8211-4DDF-BE70-3D3E9CC80A4C}" type="datetimeFigureOut">
              <a:rPr lang="en-US" smtClean="0"/>
              <a:t>3/21/2021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F326D-EC31-433E-A15A-5F39DE1CDC9D}" type="slidenum">
              <a:rPr lang="en-US" smtClean="0"/>
              <a:t>‹#›</a:t>
            </a:fld>
            <a:endParaRPr lang="en-US"/>
          </a:p>
        </p:txBody>
      </p:sp>
      <p:sp>
        <p:nvSpPr>
          <p:cNvPr id="16" name="Rectangle 15"/>
          <p:cNvSpPr>
            <a:spLocks noChangeArrowheads="1"/>
          </p:cNvSpPr>
          <p:nvPr userDrawn="1"/>
        </p:nvSpPr>
        <p:spPr bwMode="white">
          <a:xfrm>
            <a:off x="9524" y="4649787"/>
            <a:ext cx="12182475" cy="2219325"/>
          </a:xfrm>
          <a:prstGeom prst="rect">
            <a:avLst/>
          </a:prstGeom>
          <a:solidFill>
            <a:schemeClr val="bg1">
              <a:lumMod val="75000"/>
              <a:alpha val="30980"/>
            </a:schemeClr>
          </a:soli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sp>
        <p:nvSpPr>
          <p:cNvPr id="17" name="AutoShape 21"/>
          <p:cNvSpPr>
            <a:spLocks noChangeArrowheads="1"/>
          </p:cNvSpPr>
          <p:nvPr userDrawn="1"/>
        </p:nvSpPr>
        <p:spPr bwMode="gray">
          <a:xfrm>
            <a:off x="10844276" y="5953124"/>
            <a:ext cx="609600" cy="533400"/>
          </a:xfrm>
          <a:prstGeom prst="hexagon">
            <a:avLst>
              <a:gd name="adj" fmla="val 28571"/>
              <a:gd name="vf" fmla="val 115470"/>
            </a:avLst>
          </a:prstGeom>
          <a:solidFill>
            <a:schemeClr val="accent1">
              <a:lumMod val="75000"/>
            </a:schemeClr>
          </a:soli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sp>
        <p:nvSpPr>
          <p:cNvPr id="18" name="AutoShape 22"/>
          <p:cNvSpPr>
            <a:spLocks noChangeArrowheads="1"/>
          </p:cNvSpPr>
          <p:nvPr userDrawn="1"/>
        </p:nvSpPr>
        <p:spPr bwMode="gray">
          <a:xfrm>
            <a:off x="11353800" y="5609968"/>
            <a:ext cx="609600" cy="533400"/>
          </a:xfrm>
          <a:prstGeom prst="hexagon">
            <a:avLst>
              <a:gd name="adj" fmla="val 28571"/>
              <a:gd name="vf" fmla="val 115470"/>
            </a:avLst>
          </a:prstGeom>
          <a:solidFill>
            <a:schemeClr val="accent1">
              <a:lumMod val="75000"/>
            </a:schemeClr>
          </a:soli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sp>
        <p:nvSpPr>
          <p:cNvPr id="19" name="AutoShape 23"/>
          <p:cNvSpPr>
            <a:spLocks noChangeArrowheads="1"/>
          </p:cNvSpPr>
          <p:nvPr userDrawn="1"/>
        </p:nvSpPr>
        <p:spPr bwMode="gray">
          <a:xfrm>
            <a:off x="11377675" y="6272212"/>
            <a:ext cx="609600" cy="533400"/>
          </a:xfrm>
          <a:prstGeom prst="hexagon">
            <a:avLst>
              <a:gd name="adj" fmla="val 28571"/>
              <a:gd name="vf" fmla="val 115470"/>
            </a:avLst>
          </a:prstGeom>
          <a:solidFill>
            <a:schemeClr val="accent1">
              <a:lumMod val="75000"/>
            </a:schemeClr>
          </a:soli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sp>
        <p:nvSpPr>
          <p:cNvPr id="24" name="Rectangle 23"/>
          <p:cNvSpPr>
            <a:spLocks noChangeArrowheads="1"/>
          </p:cNvSpPr>
          <p:nvPr userDrawn="1"/>
        </p:nvSpPr>
        <p:spPr bwMode="gray">
          <a:xfrm>
            <a:off x="11182476" y="-112756"/>
            <a:ext cx="1009524" cy="6970756"/>
          </a:xfrm>
          <a:prstGeom prst="rect">
            <a:avLst/>
          </a:prstGeom>
          <a:solidFill>
            <a:schemeClr val="bg2">
              <a:alpha val="39999"/>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sp>
        <p:nvSpPr>
          <p:cNvPr id="25" name="Rectangle 24"/>
          <p:cNvSpPr>
            <a:spLocks noChangeArrowheads="1"/>
          </p:cNvSpPr>
          <p:nvPr userDrawn="1"/>
        </p:nvSpPr>
        <p:spPr bwMode="gray">
          <a:xfrm>
            <a:off x="-1" y="1736727"/>
            <a:ext cx="12191999" cy="2911474"/>
          </a:xfrm>
          <a:prstGeom prst="rect">
            <a:avLst/>
          </a:prstGeom>
          <a:solidFill>
            <a:srgbClr val="002060"/>
          </a:soli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sp>
        <p:nvSpPr>
          <p:cNvPr id="26" name="Freeform 20"/>
          <p:cNvSpPr>
            <a:spLocks/>
          </p:cNvSpPr>
          <p:nvPr userDrawn="1"/>
        </p:nvSpPr>
        <p:spPr bwMode="gray">
          <a:xfrm>
            <a:off x="-9525" y="1735141"/>
            <a:ext cx="11182476" cy="2674934"/>
          </a:xfrm>
          <a:custGeom>
            <a:avLst/>
            <a:gdLst>
              <a:gd name="T0" fmla="*/ 0 w 5049"/>
              <a:gd name="T1" fmla="*/ 0 h 1471"/>
              <a:gd name="T2" fmla="*/ 2147483646 w 5049"/>
              <a:gd name="T3" fmla="*/ 2147483646 h 1471"/>
              <a:gd name="T4" fmla="*/ 2147483646 w 5049"/>
              <a:gd name="T5" fmla="*/ 2147483646 h 1471"/>
              <a:gd name="T6" fmla="*/ 0 w 5049"/>
              <a:gd name="T7" fmla="*/ 2147483646 h 1471"/>
              <a:gd name="T8" fmla="*/ 0 w 5049"/>
              <a:gd name="T9" fmla="*/ 0 h 14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049" h="1471">
                <a:moveTo>
                  <a:pt x="0" y="0"/>
                </a:moveTo>
                <a:lnTo>
                  <a:pt x="5049" y="2"/>
                </a:lnTo>
                <a:lnTo>
                  <a:pt x="5048" y="1458"/>
                </a:lnTo>
                <a:lnTo>
                  <a:pt x="0" y="1471"/>
                </a:lnTo>
                <a:lnTo>
                  <a:pt x="0" y="0"/>
                </a:lnTo>
                <a:close/>
              </a:path>
            </a:pathLst>
          </a:custGeom>
          <a:solidFill>
            <a:schemeClr val="accent1">
              <a:lumMod val="60000"/>
              <a:lumOff val="40000"/>
              <a:alpha val="72940"/>
            </a:schemeClr>
          </a:solidFill>
          <a:ln>
            <a:noFill/>
          </a:ln>
          <a:effectLst/>
        </p:spPr>
        <p:txBody>
          <a:bodyPr/>
          <a:lstStyle/>
          <a:p>
            <a:endParaRPr lang="en-US"/>
          </a:p>
        </p:txBody>
      </p:sp>
      <p:grpSp>
        <p:nvGrpSpPr>
          <p:cNvPr id="27" name="Group 116"/>
          <p:cNvGrpSpPr>
            <a:grpSpLocks/>
          </p:cNvGrpSpPr>
          <p:nvPr userDrawn="1"/>
        </p:nvGrpSpPr>
        <p:grpSpPr bwMode="auto">
          <a:xfrm>
            <a:off x="157548" y="1912208"/>
            <a:ext cx="3276600" cy="3314700"/>
            <a:chOff x="120" y="1464"/>
            <a:chExt cx="2064" cy="2088"/>
          </a:xfrm>
        </p:grpSpPr>
        <p:sp>
          <p:nvSpPr>
            <p:cNvPr id="28" name="AutoShape 113" descr="gdd01"/>
            <p:cNvSpPr>
              <a:spLocks noChangeArrowheads="1"/>
            </p:cNvSpPr>
            <p:nvPr userDrawn="1"/>
          </p:nvSpPr>
          <p:spPr bwMode="gray">
            <a:xfrm>
              <a:off x="120" y="1992"/>
              <a:ext cx="1104" cy="1008"/>
            </a:xfrm>
            <a:prstGeom prst="hexagon">
              <a:avLst>
                <a:gd name="adj" fmla="val 27381"/>
                <a:gd name="vf" fmla="val 115470"/>
              </a:avLst>
            </a:prstGeom>
            <a:blipFill dpi="0" rotWithShape="1">
              <a:blip r:embed="rId2"/>
              <a:srcRect/>
              <a:stretch>
                <a:fillRect/>
              </a:stretch>
            </a:blipFill>
            <a:ln w="28575">
              <a:solidFill>
                <a:schemeClr val="bg1"/>
              </a:solidFill>
              <a:miter lim="800000"/>
              <a:headEnd/>
              <a:tailEnd/>
            </a:ln>
            <a:effectLst>
              <a:outerShdw dist="125080" dir="1437749" algn="ctr" rotWithShape="0">
                <a:schemeClr val="bg2">
                  <a:alpha val="32001"/>
                </a:schemeClr>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defRPr/>
              </a:pPr>
              <a:endParaRPr lang="ko-KR" altLang="en-US">
                <a:latin typeface="Times New Roman" panose="02020603050405020304" pitchFamily="18" charset="0"/>
                <a:ea typeface="Gulim" panose="020B0600000101010101" pitchFamily="34" charset="-127"/>
              </a:endParaRPr>
            </a:p>
          </p:txBody>
        </p:sp>
        <p:sp>
          <p:nvSpPr>
            <p:cNvPr id="29" name="AutoShape 114" descr="gdd04"/>
            <p:cNvSpPr>
              <a:spLocks noChangeArrowheads="1"/>
            </p:cNvSpPr>
            <p:nvPr userDrawn="1"/>
          </p:nvSpPr>
          <p:spPr bwMode="gray">
            <a:xfrm>
              <a:off x="1032" y="1464"/>
              <a:ext cx="1152" cy="1008"/>
            </a:xfrm>
            <a:prstGeom prst="hexagon">
              <a:avLst>
                <a:gd name="adj" fmla="val 28571"/>
                <a:gd name="vf" fmla="val 115470"/>
              </a:avLst>
            </a:prstGeom>
            <a:blipFill dpi="0" rotWithShape="1">
              <a:blip r:embed="rId3"/>
              <a:srcRect/>
              <a:stretch>
                <a:fillRect/>
              </a:stretch>
            </a:blipFill>
            <a:ln w="28575">
              <a:solidFill>
                <a:schemeClr val="bg1"/>
              </a:solidFill>
              <a:miter lim="800000"/>
              <a:headEnd/>
              <a:tailEnd/>
            </a:ln>
            <a:effectLst>
              <a:outerShdw dist="125080" dir="1437749" algn="ctr" rotWithShape="0">
                <a:schemeClr val="bg2">
                  <a:alpha val="32001"/>
                </a:schemeClr>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defRPr/>
              </a:pPr>
              <a:endParaRPr lang="ko-KR" altLang="en-US">
                <a:latin typeface="Times New Roman" panose="02020603050405020304" pitchFamily="18" charset="0"/>
                <a:ea typeface="Gulim" panose="020B0600000101010101" pitchFamily="34" charset="-127"/>
              </a:endParaRPr>
            </a:p>
          </p:txBody>
        </p:sp>
        <p:sp>
          <p:nvSpPr>
            <p:cNvPr id="30" name="AutoShape 115" descr="gdd03"/>
            <p:cNvSpPr>
              <a:spLocks noChangeArrowheads="1"/>
            </p:cNvSpPr>
            <p:nvPr userDrawn="1"/>
          </p:nvSpPr>
          <p:spPr bwMode="gray">
            <a:xfrm>
              <a:off x="1008" y="2544"/>
              <a:ext cx="1152" cy="1008"/>
            </a:xfrm>
            <a:prstGeom prst="hexagon">
              <a:avLst>
                <a:gd name="adj" fmla="val 28571"/>
                <a:gd name="vf" fmla="val 115470"/>
              </a:avLst>
            </a:prstGeom>
            <a:blipFill dpi="0" rotWithShape="1">
              <a:blip r:embed="rId4"/>
              <a:srcRect/>
              <a:stretch>
                <a:fillRect/>
              </a:stretch>
            </a:blipFill>
            <a:ln w="28575">
              <a:solidFill>
                <a:schemeClr val="bg1"/>
              </a:solidFill>
              <a:miter lim="800000"/>
              <a:headEnd/>
              <a:tailEnd/>
            </a:ln>
            <a:effectLst>
              <a:outerShdw dist="125080" dir="1437749" algn="ctr" rotWithShape="0">
                <a:schemeClr val="bg2">
                  <a:alpha val="32001"/>
                </a:schemeClr>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defRPr/>
              </a:pPr>
              <a:endParaRPr lang="ko-KR" altLang="en-US">
                <a:latin typeface="Times New Roman" panose="02020603050405020304" pitchFamily="18" charset="0"/>
                <a:ea typeface="Gulim" panose="020B0600000101010101" pitchFamily="34" charset="-127"/>
              </a:endParaRPr>
            </a:p>
          </p:txBody>
        </p:sp>
      </p:grpSp>
      <p:pic>
        <p:nvPicPr>
          <p:cNvPr id="20" name="Picture 19">
            <a:extLst>
              <a:ext uri="{FF2B5EF4-FFF2-40B4-BE49-F238E27FC236}">
                <a16:creationId xmlns:a16="http://schemas.microsoft.com/office/drawing/2014/main" id="{FA583ACA-C03D-43D9-B8AA-CDB37DD82A84}"/>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811616" y="-1768678"/>
            <a:ext cx="6491020" cy="4510550"/>
          </a:xfrm>
          <a:prstGeom prst="rect">
            <a:avLst/>
          </a:prstGeom>
        </p:spPr>
      </p:pic>
    </p:spTree>
    <p:extLst>
      <p:ext uri="{BB962C8B-B14F-4D97-AF65-F5344CB8AC3E}">
        <p14:creationId xmlns:p14="http://schemas.microsoft.com/office/powerpoint/2010/main" val="179000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0FC6D13-8211-4DDF-BE70-3D3E9CC80A4C}" type="datetimeFigureOut">
              <a:rPr lang="en-US" smtClean="0"/>
              <a:t>3/21/2021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F326D-EC31-433E-A15A-5F39DE1CDC9D}" type="slidenum">
              <a:rPr lang="en-US" smtClean="0"/>
              <a:t>‹#›</a:t>
            </a:fld>
            <a:endParaRPr lang="en-US"/>
          </a:p>
        </p:txBody>
      </p:sp>
      <p:sp>
        <p:nvSpPr>
          <p:cNvPr id="8" name="Rectangle 7"/>
          <p:cNvSpPr/>
          <p:nvPr userDrawn="1"/>
        </p:nvSpPr>
        <p:spPr>
          <a:xfrm>
            <a:off x="0" y="271849"/>
            <a:ext cx="12192000" cy="617838"/>
          </a:xfrm>
          <a:prstGeom prst="rect">
            <a:avLst/>
          </a:prstGeom>
          <a:solidFill>
            <a:schemeClr val="accent1">
              <a:lumMod val="75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utoShape 21"/>
          <p:cNvSpPr>
            <a:spLocks noChangeArrowheads="1"/>
          </p:cNvSpPr>
          <p:nvPr userDrawn="1"/>
        </p:nvSpPr>
        <p:spPr bwMode="gray">
          <a:xfrm>
            <a:off x="11353800" y="5618249"/>
            <a:ext cx="609600" cy="533400"/>
          </a:xfrm>
          <a:prstGeom prst="hexagon">
            <a:avLst>
              <a:gd name="adj" fmla="val 28571"/>
              <a:gd name="vf" fmla="val 115470"/>
            </a:avLst>
          </a:prstGeom>
          <a:solidFill>
            <a:schemeClr val="accent1">
              <a:lumMod val="60000"/>
              <a:lumOff val="40000"/>
            </a:schemeClr>
          </a:soli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sp>
        <p:nvSpPr>
          <p:cNvPr id="14" name="AutoShape 21"/>
          <p:cNvSpPr>
            <a:spLocks noChangeArrowheads="1"/>
          </p:cNvSpPr>
          <p:nvPr userDrawn="1"/>
        </p:nvSpPr>
        <p:spPr bwMode="gray">
          <a:xfrm>
            <a:off x="10877550" y="5920367"/>
            <a:ext cx="609600" cy="533400"/>
          </a:xfrm>
          <a:prstGeom prst="hexagon">
            <a:avLst>
              <a:gd name="adj" fmla="val 28571"/>
              <a:gd name="vf" fmla="val 115470"/>
            </a:avLst>
          </a:prstGeom>
          <a:solidFill>
            <a:schemeClr val="accent1">
              <a:lumMod val="60000"/>
              <a:lumOff val="40000"/>
            </a:schemeClr>
          </a:soli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sp>
        <p:nvSpPr>
          <p:cNvPr id="15" name="AutoShape 21"/>
          <p:cNvSpPr>
            <a:spLocks noChangeArrowheads="1"/>
          </p:cNvSpPr>
          <p:nvPr userDrawn="1"/>
        </p:nvSpPr>
        <p:spPr bwMode="gray">
          <a:xfrm>
            <a:off x="11365127" y="6188075"/>
            <a:ext cx="609600" cy="533400"/>
          </a:xfrm>
          <a:prstGeom prst="hexagon">
            <a:avLst>
              <a:gd name="adj" fmla="val 28571"/>
              <a:gd name="vf" fmla="val 115470"/>
            </a:avLst>
          </a:prstGeom>
          <a:solidFill>
            <a:schemeClr val="accent1">
              <a:lumMod val="60000"/>
              <a:lumOff val="40000"/>
            </a:schemeClr>
          </a:soli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sp>
        <p:nvSpPr>
          <p:cNvPr id="17" name="Rectangle 16"/>
          <p:cNvSpPr>
            <a:spLocks noChangeArrowheads="1"/>
          </p:cNvSpPr>
          <p:nvPr userDrawn="1"/>
        </p:nvSpPr>
        <p:spPr bwMode="gray">
          <a:xfrm>
            <a:off x="11182476" y="0"/>
            <a:ext cx="1009524" cy="6858000"/>
          </a:xfrm>
          <a:prstGeom prst="rect">
            <a:avLst/>
          </a:prstGeom>
          <a:solidFill>
            <a:schemeClr val="bg2">
              <a:alpha val="39999"/>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sp>
        <p:nvSpPr>
          <p:cNvPr id="19" name="AutoShape 21"/>
          <p:cNvSpPr>
            <a:spLocks noChangeArrowheads="1"/>
          </p:cNvSpPr>
          <p:nvPr userDrawn="1"/>
        </p:nvSpPr>
        <p:spPr bwMode="gray">
          <a:xfrm>
            <a:off x="147655" y="386551"/>
            <a:ext cx="609600" cy="533400"/>
          </a:xfrm>
          <a:prstGeom prst="hexagon">
            <a:avLst>
              <a:gd name="adj" fmla="val 28571"/>
              <a:gd name="vf" fmla="val 115470"/>
            </a:avLst>
          </a:prstGeom>
          <a:solidFill>
            <a:srgbClr val="0070C0"/>
          </a:solidFill>
          <a:ln w="25400">
            <a:solidFill>
              <a:schemeClr val="bg1"/>
            </a:solidFill>
          </a:ln>
          <a:effectLst>
            <a:glow>
              <a:schemeClr val="accent1"/>
            </a:glow>
            <a:outerShdw dist="50800" sx="1000" sy="1000" algn="ctr" rotWithShape="0">
              <a:srgbClr val="000000"/>
            </a:outerShdw>
            <a:reflection stA="50000" endPos="0" dir="5400000" sy="-100000" algn="bl" rotWithShape="0"/>
            <a:softEdge rad="0"/>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sp>
        <p:nvSpPr>
          <p:cNvPr id="16" name="AutoShape 21"/>
          <p:cNvSpPr>
            <a:spLocks noChangeArrowheads="1"/>
          </p:cNvSpPr>
          <p:nvPr userDrawn="1"/>
        </p:nvSpPr>
        <p:spPr bwMode="gray">
          <a:xfrm>
            <a:off x="604918" y="660382"/>
            <a:ext cx="609600" cy="533400"/>
          </a:xfrm>
          <a:prstGeom prst="hexagon">
            <a:avLst>
              <a:gd name="adj" fmla="val 28571"/>
              <a:gd name="vf" fmla="val 115470"/>
            </a:avLst>
          </a:prstGeom>
          <a:solidFill>
            <a:srgbClr val="FF9900"/>
          </a:solidFill>
          <a:ln w="25400">
            <a:solidFill>
              <a:schemeClr val="bg1"/>
            </a:solidFill>
          </a:ln>
          <a:effectLst>
            <a:glow>
              <a:schemeClr val="accent1"/>
            </a:glow>
            <a:outerShdw dist="50800" sx="1000" sy="1000" algn="ctr" rotWithShape="0">
              <a:srgbClr val="000000"/>
            </a:outerShdw>
            <a:reflection stA="50000" endPos="0" dir="5400000" sy="-100000" algn="bl" rotWithShape="0"/>
            <a:softEdge rad="0"/>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sp>
        <p:nvSpPr>
          <p:cNvPr id="20" name="AutoShape 21"/>
          <p:cNvSpPr>
            <a:spLocks noChangeArrowheads="1"/>
          </p:cNvSpPr>
          <p:nvPr userDrawn="1"/>
        </p:nvSpPr>
        <p:spPr bwMode="gray">
          <a:xfrm>
            <a:off x="604918" y="118713"/>
            <a:ext cx="609600" cy="533400"/>
          </a:xfrm>
          <a:prstGeom prst="hexagon">
            <a:avLst>
              <a:gd name="adj" fmla="val 28571"/>
              <a:gd name="vf" fmla="val 115470"/>
            </a:avLst>
          </a:prstGeom>
          <a:solidFill>
            <a:srgbClr val="00B050"/>
          </a:solidFill>
          <a:ln w="25400">
            <a:solidFill>
              <a:schemeClr val="bg1"/>
            </a:solidFill>
          </a:ln>
          <a:effectLst>
            <a:glow>
              <a:schemeClr val="accent1"/>
            </a:glow>
            <a:outerShdw dist="50800" sx="1000" sy="1000" algn="ctr" rotWithShape="0">
              <a:srgbClr val="000000"/>
            </a:outerShdw>
            <a:reflection stA="50000" endPos="0" dir="5400000" sy="-100000" algn="bl" rotWithShape="0"/>
            <a:softEdge rad="0"/>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pic>
        <p:nvPicPr>
          <p:cNvPr id="21" name="Picture 20"/>
          <p:cNvPicPr>
            <a:picLocks noChangeAspect="1"/>
          </p:cNvPicPr>
          <p:nvPr userDrawn="1"/>
        </p:nvPicPr>
        <p:blipFill>
          <a:blip r:embed="rId2"/>
          <a:stretch>
            <a:fillRect/>
          </a:stretch>
        </p:blipFill>
        <p:spPr>
          <a:xfrm>
            <a:off x="11182476" y="271849"/>
            <a:ext cx="1021345" cy="617838"/>
          </a:xfrm>
          <a:prstGeom prst="rect">
            <a:avLst/>
          </a:prstGeom>
        </p:spPr>
      </p:pic>
    </p:spTree>
    <p:extLst>
      <p:ext uri="{BB962C8B-B14F-4D97-AF65-F5344CB8AC3E}">
        <p14:creationId xmlns:p14="http://schemas.microsoft.com/office/powerpoint/2010/main" val="717664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0FC6D13-8211-4DDF-BE70-3D3E9CC80A4C}" type="datetimeFigureOut">
              <a:rPr lang="en-US" smtClean="0"/>
              <a:t>3/21/2021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F326D-EC31-433E-A15A-5F39DE1CDC9D}" type="slidenum">
              <a:rPr lang="en-US" smtClean="0"/>
              <a:t>‹#›</a:t>
            </a:fld>
            <a:endParaRPr lang="en-US"/>
          </a:p>
        </p:txBody>
      </p:sp>
    </p:spTree>
    <p:extLst>
      <p:ext uri="{BB962C8B-B14F-4D97-AF65-F5344CB8AC3E}">
        <p14:creationId xmlns:p14="http://schemas.microsoft.com/office/powerpoint/2010/main" val="9725560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0FC6D13-8211-4DDF-BE70-3D3E9CC80A4C}" type="datetimeFigureOut">
              <a:rPr lang="en-US" smtClean="0"/>
              <a:t>3/21/2021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3F326D-EC31-433E-A15A-5F39DE1CDC9D}" type="slidenum">
              <a:rPr lang="en-US" smtClean="0"/>
              <a:t>‹#›</a:t>
            </a:fld>
            <a:endParaRPr lang="en-US"/>
          </a:p>
        </p:txBody>
      </p:sp>
    </p:spTree>
    <p:extLst>
      <p:ext uri="{BB962C8B-B14F-4D97-AF65-F5344CB8AC3E}">
        <p14:creationId xmlns:p14="http://schemas.microsoft.com/office/powerpoint/2010/main" val="28956382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0FC6D13-8211-4DDF-BE70-3D3E9CC80A4C}" type="datetimeFigureOut">
              <a:rPr lang="en-US" smtClean="0"/>
              <a:t>3/21/2021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83F326D-EC31-433E-A15A-5F39DE1CDC9D}" type="slidenum">
              <a:rPr lang="en-US" smtClean="0"/>
              <a:t>‹#›</a:t>
            </a:fld>
            <a:endParaRPr lang="en-US"/>
          </a:p>
        </p:txBody>
      </p:sp>
    </p:spTree>
    <p:extLst>
      <p:ext uri="{BB962C8B-B14F-4D97-AF65-F5344CB8AC3E}">
        <p14:creationId xmlns:p14="http://schemas.microsoft.com/office/powerpoint/2010/main" val="33362892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0FC6D13-8211-4DDF-BE70-3D3E9CC80A4C}" type="datetimeFigureOut">
              <a:rPr lang="en-US" smtClean="0"/>
              <a:t>3/21/2021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83F326D-EC31-433E-A15A-5F39DE1CDC9D}" type="slidenum">
              <a:rPr lang="en-US" smtClean="0"/>
              <a:t>‹#›</a:t>
            </a:fld>
            <a:endParaRPr lang="en-US"/>
          </a:p>
        </p:txBody>
      </p:sp>
    </p:spTree>
    <p:extLst>
      <p:ext uri="{BB962C8B-B14F-4D97-AF65-F5344CB8AC3E}">
        <p14:creationId xmlns:p14="http://schemas.microsoft.com/office/powerpoint/2010/main" val="1608057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FC6D13-8211-4DDF-BE70-3D3E9CC80A4C}" type="datetimeFigureOut">
              <a:rPr lang="en-US" smtClean="0"/>
              <a:t>3/21/2021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83F326D-EC31-433E-A15A-5F39DE1CDC9D}" type="slidenum">
              <a:rPr lang="en-US" smtClean="0"/>
              <a:t>‹#›</a:t>
            </a:fld>
            <a:endParaRPr lang="en-US"/>
          </a:p>
        </p:txBody>
      </p:sp>
    </p:spTree>
    <p:extLst>
      <p:ext uri="{BB962C8B-B14F-4D97-AF65-F5344CB8AC3E}">
        <p14:creationId xmlns:p14="http://schemas.microsoft.com/office/powerpoint/2010/main" val="1789531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0FC6D13-8211-4DDF-BE70-3D3E9CC80A4C}" type="datetimeFigureOut">
              <a:rPr lang="en-US" smtClean="0"/>
              <a:t>3/21/2021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3F326D-EC31-433E-A15A-5F39DE1CDC9D}" type="slidenum">
              <a:rPr lang="en-US" smtClean="0"/>
              <a:t>‹#›</a:t>
            </a:fld>
            <a:endParaRPr lang="en-US"/>
          </a:p>
        </p:txBody>
      </p:sp>
    </p:spTree>
    <p:extLst>
      <p:ext uri="{BB962C8B-B14F-4D97-AF65-F5344CB8AC3E}">
        <p14:creationId xmlns:p14="http://schemas.microsoft.com/office/powerpoint/2010/main" val="1309206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0FC6D13-8211-4DDF-BE70-3D3E9CC80A4C}" type="datetimeFigureOut">
              <a:rPr lang="en-US" smtClean="0"/>
              <a:t>3/21/2021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3F326D-EC31-433E-A15A-5F39DE1CDC9D}" type="slidenum">
              <a:rPr lang="en-US" smtClean="0"/>
              <a:t>‹#›</a:t>
            </a:fld>
            <a:endParaRPr lang="en-US"/>
          </a:p>
        </p:txBody>
      </p:sp>
    </p:spTree>
    <p:extLst>
      <p:ext uri="{BB962C8B-B14F-4D97-AF65-F5344CB8AC3E}">
        <p14:creationId xmlns:p14="http://schemas.microsoft.com/office/powerpoint/2010/main" val="16882169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0FC6D13-8211-4DDF-BE70-3D3E9CC80A4C}" type="datetimeFigureOut">
              <a:rPr lang="en-US" smtClean="0"/>
              <a:t>3/21/2021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F326D-EC31-433E-A15A-5F39DE1CDC9D}" type="slidenum">
              <a:rPr lang="en-US" smtClean="0"/>
              <a:t>‹#›</a:t>
            </a:fld>
            <a:endParaRPr lang="en-US"/>
          </a:p>
        </p:txBody>
      </p:sp>
    </p:spTree>
    <p:extLst>
      <p:ext uri="{BB962C8B-B14F-4D97-AF65-F5344CB8AC3E}">
        <p14:creationId xmlns:p14="http://schemas.microsoft.com/office/powerpoint/2010/main" val="22595571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0FC6D13-8211-4DDF-BE70-3D3E9CC80A4C}" type="datetimeFigureOut">
              <a:rPr lang="en-US" smtClean="0"/>
              <a:t>3/21/2021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F326D-EC31-433E-A15A-5F39DE1CDC9D}" type="slidenum">
              <a:rPr lang="en-US" smtClean="0"/>
              <a:t>‹#›</a:t>
            </a:fld>
            <a:endParaRPr lang="en-US"/>
          </a:p>
        </p:txBody>
      </p:sp>
    </p:spTree>
    <p:extLst>
      <p:ext uri="{BB962C8B-B14F-4D97-AF65-F5344CB8AC3E}">
        <p14:creationId xmlns:p14="http://schemas.microsoft.com/office/powerpoint/2010/main" val="37340938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FC6D13-8211-4DDF-BE70-3D3E9CC80A4C}" type="datetimeFigureOut">
              <a:rPr lang="en-US" smtClean="0"/>
              <a:t>3/21/2021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3F326D-EC31-433E-A15A-5F39DE1CDC9D}" type="slidenum">
              <a:rPr lang="en-US" smtClean="0"/>
              <a:t>‹#›</a:t>
            </a:fld>
            <a:endParaRPr lang="en-US"/>
          </a:p>
        </p:txBody>
      </p:sp>
    </p:spTree>
    <p:extLst>
      <p:ext uri="{BB962C8B-B14F-4D97-AF65-F5344CB8AC3E}">
        <p14:creationId xmlns:p14="http://schemas.microsoft.com/office/powerpoint/2010/main" val="21941838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094509" y="900545"/>
            <a:ext cx="10155382" cy="586047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vi-VN" sz="2800" b="1" dirty="0">
                <a:latin typeface="+mn-lt"/>
                <a:ea typeface="Verdana" panose="020B0604030504040204" pitchFamily="34" charset="0"/>
              </a:rPr>
              <a:t>LUẬN VĂN THẠC SỸ</a:t>
            </a:r>
          </a:p>
          <a:p>
            <a:pPr algn="ctr">
              <a:lnSpc>
                <a:spcPct val="150000"/>
              </a:lnSpc>
            </a:pPr>
            <a:r>
              <a:rPr lang="vi-VN" sz="2100" b="1" dirty="0">
                <a:latin typeface="+mn-lt"/>
                <a:ea typeface="Verdana" panose="020B0604030504040204" pitchFamily="34" charset="0"/>
              </a:rPr>
              <a:t>Ngành: Công nghệ thông tin</a:t>
            </a:r>
          </a:p>
          <a:p>
            <a:pPr algn="ctr">
              <a:lnSpc>
                <a:spcPct val="150000"/>
              </a:lnSpc>
            </a:pPr>
            <a:endParaRPr lang="vi-VN" sz="2800" b="1" dirty="0">
              <a:latin typeface="+mn-lt"/>
              <a:ea typeface="Verdana" panose="020B0604030504040204" pitchFamily="34" charset="0"/>
            </a:endParaRPr>
          </a:p>
          <a:p>
            <a:pPr algn="ctr">
              <a:lnSpc>
                <a:spcPct val="150000"/>
              </a:lnSpc>
            </a:pPr>
            <a:r>
              <a:rPr lang="vi-VN" sz="1800" b="1" dirty="0">
                <a:latin typeface="+mn-lt"/>
                <a:ea typeface="Verdana" panose="020B0604030504040204" pitchFamily="34" charset="0"/>
              </a:rPr>
              <a:t>ĐỀ TÀI</a:t>
            </a:r>
          </a:p>
          <a:p>
            <a:pPr algn="ctr">
              <a:lnSpc>
                <a:spcPct val="150000"/>
              </a:lnSpc>
            </a:pPr>
            <a:r>
              <a:rPr lang="vi-VN" sz="1800" b="1" dirty="0">
                <a:latin typeface="+mn-lt"/>
                <a:ea typeface="Verdana" panose="020B0604030504040204" pitchFamily="34" charset="0"/>
              </a:rPr>
              <a:t>Đề xuất ứng dụng quản lý công việc và đánh giá KPI nhân viên theo chính sách mới 2021</a:t>
            </a:r>
          </a:p>
          <a:p>
            <a:pPr algn="ctr">
              <a:lnSpc>
                <a:spcPct val="150000"/>
              </a:lnSpc>
            </a:pPr>
            <a:r>
              <a:rPr lang="vi-VN" sz="1800" b="1" dirty="0">
                <a:latin typeface="+mn-lt"/>
                <a:ea typeface="Verdana" panose="020B0604030504040204" pitchFamily="34" charset="0"/>
              </a:rPr>
              <a:t>cho phòng PrBBNKBIDV, khối Ngân hàng tài chính FIS-BANK,  </a:t>
            </a:r>
          </a:p>
          <a:p>
            <a:pPr algn="ctr">
              <a:lnSpc>
                <a:spcPct val="150000"/>
              </a:lnSpc>
            </a:pPr>
            <a:r>
              <a:rPr lang="vi-VN" sz="1800" b="1" dirty="0">
                <a:latin typeface="+mn-lt"/>
                <a:ea typeface="Verdana" panose="020B0604030504040204" pitchFamily="34" charset="0"/>
              </a:rPr>
              <a:t>Công ty TNHH Hệ thống thông tin FPT</a:t>
            </a:r>
          </a:p>
          <a:p>
            <a:pPr algn="ctr">
              <a:lnSpc>
                <a:spcPct val="150000"/>
              </a:lnSpc>
            </a:pPr>
            <a:endParaRPr lang="vi-VN" sz="1800" b="1" dirty="0">
              <a:latin typeface="Verdana" panose="020B0604030504040204" pitchFamily="34" charset="0"/>
              <a:ea typeface="Verdana" panose="020B0604030504040204" pitchFamily="34" charset="0"/>
            </a:endParaRPr>
          </a:p>
          <a:p>
            <a:pPr algn="ctr">
              <a:lnSpc>
                <a:spcPct val="150000"/>
              </a:lnSpc>
            </a:pPr>
            <a:endParaRPr lang="vi-VN" sz="1800" b="1" dirty="0">
              <a:latin typeface="Verdana" panose="020B0604030504040204" pitchFamily="34" charset="0"/>
              <a:ea typeface="Verdana" panose="020B0604030504040204" pitchFamily="34" charset="0"/>
            </a:endParaRPr>
          </a:p>
          <a:p>
            <a:pPr algn="ctr">
              <a:lnSpc>
                <a:spcPct val="150000"/>
              </a:lnSpc>
            </a:pPr>
            <a:endParaRPr lang="vi-VN" sz="1800" b="1" dirty="0">
              <a:latin typeface="Verdana" panose="020B0604030504040204" pitchFamily="34" charset="0"/>
              <a:ea typeface="Verdana" panose="020B0604030504040204" pitchFamily="34" charset="0"/>
            </a:endParaRPr>
          </a:p>
          <a:p>
            <a:pPr algn="ctr">
              <a:lnSpc>
                <a:spcPct val="150000"/>
              </a:lnSpc>
            </a:pPr>
            <a:endParaRPr lang="vi-VN" sz="1800" b="1" dirty="0">
              <a:latin typeface="Verdana" panose="020B0604030504040204" pitchFamily="34" charset="0"/>
              <a:ea typeface="Verdana" panose="020B0604030504040204" pitchFamily="34" charset="0"/>
            </a:endParaRPr>
          </a:p>
          <a:p>
            <a:pPr algn="ctr">
              <a:lnSpc>
                <a:spcPct val="150000"/>
              </a:lnSpc>
            </a:pPr>
            <a:endParaRPr lang="en-US" sz="1800" b="1" dirty="0">
              <a:latin typeface="Verdana" panose="020B0604030504040204" pitchFamily="34" charset="0"/>
              <a:ea typeface="Verdana" panose="020B0604030504040204" pitchFamily="34" charset="0"/>
            </a:endParaRPr>
          </a:p>
        </p:txBody>
      </p:sp>
      <p:graphicFrame>
        <p:nvGraphicFramePr>
          <p:cNvPr id="5" name="Table 5">
            <a:extLst>
              <a:ext uri="{FF2B5EF4-FFF2-40B4-BE49-F238E27FC236}">
                <a16:creationId xmlns:a16="http://schemas.microsoft.com/office/drawing/2014/main" id="{992690CE-C451-427E-8209-3AB9576BC69E}"/>
              </a:ext>
            </a:extLst>
          </p:cNvPr>
          <p:cNvGraphicFramePr>
            <a:graphicFrameLocks noGrp="1"/>
          </p:cNvGraphicFramePr>
          <p:nvPr>
            <p:extLst>
              <p:ext uri="{D42A27DB-BD31-4B8C-83A1-F6EECF244321}">
                <p14:modId xmlns:p14="http://schemas.microsoft.com/office/powerpoint/2010/main" val="1257042288"/>
              </p:ext>
            </p:extLst>
          </p:nvPr>
        </p:nvGraphicFramePr>
        <p:xfrm>
          <a:off x="5708073" y="4938684"/>
          <a:ext cx="5140036" cy="1483360"/>
        </p:xfrm>
        <a:graphic>
          <a:graphicData uri="http://schemas.openxmlformats.org/drawingml/2006/table">
            <a:tbl>
              <a:tblPr firstRow="1" bandRow="1">
                <a:tableStyleId>{5C22544A-7EE6-4342-B048-85BDC9FD1C3A}</a:tableStyleId>
              </a:tblPr>
              <a:tblGrid>
                <a:gridCol w="2327563">
                  <a:extLst>
                    <a:ext uri="{9D8B030D-6E8A-4147-A177-3AD203B41FA5}">
                      <a16:colId xmlns:a16="http://schemas.microsoft.com/office/drawing/2014/main" val="657563812"/>
                    </a:ext>
                  </a:extLst>
                </a:gridCol>
                <a:gridCol w="2812473">
                  <a:extLst>
                    <a:ext uri="{9D8B030D-6E8A-4147-A177-3AD203B41FA5}">
                      <a16:colId xmlns:a16="http://schemas.microsoft.com/office/drawing/2014/main" val="1945289148"/>
                    </a:ext>
                  </a:extLst>
                </a:gridCol>
              </a:tblGrid>
              <a:tr h="370840">
                <a:tc>
                  <a:txBody>
                    <a:bodyPr/>
                    <a:lstStyle/>
                    <a:p>
                      <a:r>
                        <a:rPr lang="vi-VN" sz="1500" dirty="0">
                          <a:solidFill>
                            <a:schemeClr val="tx1"/>
                          </a:solidFill>
                          <a:latin typeface="+mn-lt"/>
                        </a:rPr>
                        <a:t>Giảng viên hướng dẫn</a:t>
                      </a:r>
                      <a:endParaRPr lang="en-US" sz="1500" dirty="0">
                        <a:solidFill>
                          <a:schemeClr val="tx1"/>
                        </a:solidFill>
                        <a:latin typeface="+mn-lt"/>
                      </a:endParaRPr>
                    </a:p>
                  </a:txBody>
                  <a:tcPr>
                    <a:solidFill>
                      <a:schemeClr val="bg1"/>
                    </a:solidFill>
                  </a:tcPr>
                </a:tc>
                <a:tc>
                  <a:txBody>
                    <a:bodyPr/>
                    <a:lstStyle/>
                    <a:p>
                      <a:r>
                        <a:rPr lang="vi-VN" sz="1500" b="1" dirty="0">
                          <a:solidFill>
                            <a:schemeClr val="tx1"/>
                          </a:solidFill>
                          <a:latin typeface="+mn-lt"/>
                          <a:ea typeface="Verdana" panose="020B0604030504040204" pitchFamily="34" charset="0"/>
                        </a:rPr>
                        <a:t>TS. Vũ Thị Hương Giang</a:t>
                      </a:r>
                      <a:endParaRPr lang="en-US" sz="1500" dirty="0">
                        <a:solidFill>
                          <a:schemeClr val="tx1"/>
                        </a:solidFill>
                        <a:latin typeface="+mn-lt"/>
                      </a:endParaRPr>
                    </a:p>
                  </a:txBody>
                  <a:tcPr>
                    <a:solidFill>
                      <a:schemeClr val="bg1"/>
                    </a:solidFill>
                  </a:tcPr>
                </a:tc>
                <a:extLst>
                  <a:ext uri="{0D108BD9-81ED-4DB2-BD59-A6C34878D82A}">
                    <a16:rowId xmlns:a16="http://schemas.microsoft.com/office/drawing/2014/main" val="825393035"/>
                  </a:ext>
                </a:extLst>
              </a:tr>
              <a:tr h="370840">
                <a:tc>
                  <a:txBody>
                    <a:bodyPr/>
                    <a:lstStyle/>
                    <a:p>
                      <a:r>
                        <a:rPr lang="vi-VN" sz="1500" b="1" dirty="0">
                          <a:solidFill>
                            <a:schemeClr val="tx1"/>
                          </a:solidFill>
                          <a:latin typeface="+mn-lt"/>
                          <a:ea typeface="Verdana" panose="020B0604030504040204" pitchFamily="34" charset="0"/>
                        </a:rPr>
                        <a:t>Thực hiện</a:t>
                      </a:r>
                      <a:endParaRPr lang="en-US" sz="1500" dirty="0">
                        <a:solidFill>
                          <a:schemeClr val="tx1"/>
                        </a:solidFill>
                        <a:latin typeface="+mn-lt"/>
                      </a:endParaRPr>
                    </a:p>
                  </a:txBody>
                  <a:tcPr>
                    <a:solidFill>
                      <a:schemeClr val="bg1"/>
                    </a:solidFill>
                  </a:tcPr>
                </a:tc>
                <a:tc>
                  <a:txBody>
                    <a:bodyPr/>
                    <a:lstStyle/>
                    <a:p>
                      <a:r>
                        <a:rPr lang="vi-VN" sz="1500" b="1" dirty="0">
                          <a:solidFill>
                            <a:schemeClr val="tx1"/>
                          </a:solidFill>
                          <a:latin typeface="+mn-lt"/>
                          <a:ea typeface="Verdana" panose="020B0604030504040204" pitchFamily="34" charset="0"/>
                        </a:rPr>
                        <a:t>Nguyễn Công Sơn</a:t>
                      </a:r>
                      <a:endParaRPr lang="en-US" sz="1500" dirty="0">
                        <a:solidFill>
                          <a:schemeClr val="tx1"/>
                        </a:solidFill>
                        <a:latin typeface="+mn-lt"/>
                      </a:endParaRPr>
                    </a:p>
                  </a:txBody>
                  <a:tcPr>
                    <a:solidFill>
                      <a:schemeClr val="bg1"/>
                    </a:solidFill>
                  </a:tcPr>
                </a:tc>
                <a:extLst>
                  <a:ext uri="{0D108BD9-81ED-4DB2-BD59-A6C34878D82A}">
                    <a16:rowId xmlns:a16="http://schemas.microsoft.com/office/drawing/2014/main" val="1290297034"/>
                  </a:ext>
                </a:extLst>
              </a:tr>
              <a:tr h="370840">
                <a:tc>
                  <a:txBody>
                    <a:bodyPr/>
                    <a:lstStyle/>
                    <a:p>
                      <a:r>
                        <a:rPr lang="vi-VN" sz="1500" b="1" dirty="0">
                          <a:solidFill>
                            <a:schemeClr val="tx1"/>
                          </a:solidFill>
                          <a:latin typeface="+mn-lt"/>
                          <a:ea typeface="Verdana" panose="020B0604030504040204" pitchFamily="34" charset="0"/>
                        </a:rPr>
                        <a:t>Lớp</a:t>
                      </a:r>
                      <a:endParaRPr lang="en-US" sz="1500" dirty="0">
                        <a:solidFill>
                          <a:schemeClr val="tx1"/>
                        </a:solidFill>
                        <a:latin typeface="+mn-lt"/>
                      </a:endParaRPr>
                    </a:p>
                  </a:txBody>
                  <a:tcPr>
                    <a:solidFill>
                      <a:schemeClr val="bg1"/>
                    </a:solidFill>
                  </a:tcPr>
                </a:tc>
                <a:tc>
                  <a:txBody>
                    <a:bodyPr/>
                    <a:lstStyle/>
                    <a:p>
                      <a:r>
                        <a:rPr lang="vi-VN" sz="1500" b="1" dirty="0">
                          <a:solidFill>
                            <a:schemeClr val="tx1"/>
                          </a:solidFill>
                          <a:latin typeface="+mn-lt"/>
                          <a:ea typeface="Verdana" panose="020B0604030504040204" pitchFamily="34" charset="0"/>
                        </a:rPr>
                        <a:t>19AMMT</a:t>
                      </a:r>
                      <a:endParaRPr lang="en-US" sz="1500" dirty="0">
                        <a:solidFill>
                          <a:schemeClr val="tx1"/>
                        </a:solidFill>
                        <a:latin typeface="+mn-lt"/>
                      </a:endParaRPr>
                    </a:p>
                  </a:txBody>
                  <a:tcPr>
                    <a:solidFill>
                      <a:schemeClr val="bg1"/>
                    </a:solidFill>
                  </a:tcPr>
                </a:tc>
                <a:extLst>
                  <a:ext uri="{0D108BD9-81ED-4DB2-BD59-A6C34878D82A}">
                    <a16:rowId xmlns:a16="http://schemas.microsoft.com/office/drawing/2014/main" val="1934773621"/>
                  </a:ext>
                </a:extLst>
              </a:tr>
              <a:tr h="370840">
                <a:tc>
                  <a:txBody>
                    <a:bodyPr/>
                    <a:lstStyle/>
                    <a:p>
                      <a:r>
                        <a:rPr lang="vi-VN" sz="1500" b="1" dirty="0">
                          <a:solidFill>
                            <a:schemeClr val="tx1"/>
                          </a:solidFill>
                          <a:latin typeface="+mn-lt"/>
                          <a:ea typeface="Verdana" panose="020B0604030504040204" pitchFamily="34" charset="0"/>
                        </a:rPr>
                        <a:t>Khóa</a:t>
                      </a:r>
                      <a:endParaRPr lang="en-US" sz="1500" dirty="0">
                        <a:solidFill>
                          <a:schemeClr val="tx1"/>
                        </a:solidFill>
                        <a:latin typeface="+mn-lt"/>
                      </a:endParaRPr>
                    </a:p>
                  </a:txBody>
                  <a:tcPr>
                    <a:solidFill>
                      <a:schemeClr val="bg1"/>
                    </a:solidFill>
                  </a:tcPr>
                </a:tc>
                <a:tc>
                  <a:txBody>
                    <a:bodyPr/>
                    <a:lstStyle/>
                    <a:p>
                      <a:r>
                        <a:rPr lang="vi-VN" sz="1500" b="1" dirty="0">
                          <a:solidFill>
                            <a:schemeClr val="tx1"/>
                          </a:solidFill>
                          <a:latin typeface="+mn-lt"/>
                          <a:ea typeface="Verdana" panose="020B0604030504040204" pitchFamily="34" charset="0"/>
                        </a:rPr>
                        <a:t>2019A</a:t>
                      </a:r>
                      <a:endParaRPr lang="en-US" sz="1500" dirty="0">
                        <a:solidFill>
                          <a:schemeClr val="tx1"/>
                        </a:solidFill>
                        <a:latin typeface="+mn-lt"/>
                      </a:endParaRPr>
                    </a:p>
                  </a:txBody>
                  <a:tcPr>
                    <a:solidFill>
                      <a:schemeClr val="bg1"/>
                    </a:solidFill>
                  </a:tcPr>
                </a:tc>
                <a:extLst>
                  <a:ext uri="{0D108BD9-81ED-4DB2-BD59-A6C34878D82A}">
                    <a16:rowId xmlns:a16="http://schemas.microsoft.com/office/drawing/2014/main" val="4246440069"/>
                  </a:ext>
                </a:extLst>
              </a:tr>
            </a:tbl>
          </a:graphicData>
        </a:graphic>
      </p:graphicFrame>
    </p:spTree>
    <p:extLst>
      <p:ext uri="{BB962C8B-B14F-4D97-AF65-F5344CB8AC3E}">
        <p14:creationId xmlns:p14="http://schemas.microsoft.com/office/powerpoint/2010/main" val="620783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1333896" y="327184"/>
            <a:ext cx="9888286" cy="492443"/>
          </a:xfrm>
          <a:prstGeom prst="rect">
            <a:avLst/>
          </a:prstGeom>
        </p:spPr>
        <p:txBody>
          <a:bodyPr wrap="square">
            <a:spAutoFit/>
          </a:bodyPr>
          <a:lstStyle/>
          <a:p>
            <a:r>
              <a:rPr lang="vi-VN" sz="2600" b="1" dirty="0">
                <a:solidFill>
                  <a:schemeClr val="bg1"/>
                </a:solidFill>
                <a:latin typeface="Verdana" panose="020B0604030504040204" pitchFamily="34" charset="0"/>
                <a:ea typeface="Verdana" panose="020B0604030504040204" pitchFamily="34" charset="0"/>
              </a:rPr>
              <a:t>MỤC LỤC</a:t>
            </a:r>
          </a:p>
        </p:txBody>
      </p:sp>
      <p:sp>
        <p:nvSpPr>
          <p:cNvPr id="19" name="Title 1">
            <a:extLst>
              <a:ext uri="{FF2B5EF4-FFF2-40B4-BE49-F238E27FC236}">
                <a16:creationId xmlns:a16="http://schemas.microsoft.com/office/drawing/2014/main" id="{E5883B25-2CEF-4F89-91E7-0A41E3647E40}"/>
              </a:ext>
            </a:extLst>
          </p:cNvPr>
          <p:cNvSpPr txBox="1">
            <a:spLocks/>
          </p:cNvSpPr>
          <p:nvPr/>
        </p:nvSpPr>
        <p:spPr>
          <a:xfrm>
            <a:off x="1094509" y="1136073"/>
            <a:ext cx="10307782" cy="5394743"/>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250000"/>
              </a:lnSpc>
              <a:buAutoNum type="arabicPeriod"/>
            </a:pPr>
            <a:r>
              <a:rPr lang="en-US" sz="1800" b="1" dirty="0" err="1">
                <a:latin typeface="Verdana" panose="020B0604030504040204" pitchFamily="34" charset="0"/>
                <a:ea typeface="Verdana" panose="020B0604030504040204" pitchFamily="34" charset="0"/>
              </a:rPr>
              <a:t>Nhu</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cầu</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và</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tính</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cấp</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thiết</a:t>
            </a:r>
            <a:endParaRPr lang="vi-VN" sz="1800" b="1" dirty="0">
              <a:latin typeface="Verdana" panose="020B0604030504040204" pitchFamily="34" charset="0"/>
              <a:ea typeface="Verdana" panose="020B0604030504040204" pitchFamily="34" charset="0"/>
            </a:endParaRPr>
          </a:p>
          <a:p>
            <a:pPr marL="342900" indent="-342900">
              <a:lnSpc>
                <a:spcPct val="250000"/>
              </a:lnSpc>
              <a:buAutoNum type="arabicPeriod"/>
            </a:pPr>
            <a:r>
              <a:rPr lang="en-US" sz="1800" b="1" dirty="0" err="1">
                <a:latin typeface="Verdana" panose="020B0604030504040204" pitchFamily="34" charset="0"/>
                <a:ea typeface="Verdana" panose="020B0604030504040204" pitchFamily="34" charset="0"/>
              </a:rPr>
              <a:t>Hiện</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trạng</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quản</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lý</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công</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việc</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và</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đánh</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giá</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tại</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PrBBNKBIDV</a:t>
            </a:r>
            <a:endParaRPr lang="vi-VN" sz="1800" b="1" dirty="0">
              <a:latin typeface="Verdana" panose="020B0604030504040204" pitchFamily="34" charset="0"/>
              <a:ea typeface="Verdana" panose="020B0604030504040204" pitchFamily="34" charset="0"/>
            </a:endParaRPr>
          </a:p>
          <a:p>
            <a:pPr marL="342900" indent="-342900">
              <a:lnSpc>
                <a:spcPct val="250000"/>
              </a:lnSpc>
              <a:buAutoNum type="arabicPeriod"/>
            </a:pPr>
            <a:r>
              <a:rPr lang="en-US" sz="1800" b="1" dirty="0" err="1">
                <a:latin typeface="Verdana" panose="020B0604030504040204" pitchFamily="34" charset="0"/>
                <a:ea typeface="Verdana" panose="020B0604030504040204" pitchFamily="34" charset="0"/>
              </a:rPr>
              <a:t>Mục</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tiêu</a:t>
            </a:r>
            <a:endParaRPr lang="vi-VN" sz="1800" b="1" dirty="0">
              <a:latin typeface="Verdana" panose="020B0604030504040204" pitchFamily="34" charset="0"/>
              <a:ea typeface="Verdana" panose="020B0604030504040204" pitchFamily="34" charset="0"/>
            </a:endParaRPr>
          </a:p>
          <a:p>
            <a:pPr marL="342900" indent="-342900">
              <a:lnSpc>
                <a:spcPct val="250000"/>
              </a:lnSpc>
              <a:buAutoNum type="arabicPeriod"/>
            </a:pPr>
            <a:r>
              <a:rPr lang="en-US" sz="1800" b="1" dirty="0" err="1">
                <a:latin typeface="Verdana" panose="020B0604030504040204" pitchFamily="34" charset="0"/>
                <a:ea typeface="Verdana" panose="020B0604030504040204" pitchFamily="34" charset="0"/>
              </a:rPr>
              <a:t>Định</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hướng</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giải</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pháp</a:t>
            </a:r>
            <a:endParaRPr lang="vi-VN" sz="1800" b="1" dirty="0">
              <a:latin typeface="Verdana" panose="020B0604030504040204" pitchFamily="34" charset="0"/>
              <a:ea typeface="Verdana" panose="020B0604030504040204" pitchFamily="34" charset="0"/>
            </a:endParaRPr>
          </a:p>
          <a:p>
            <a:pPr marL="342900" indent="-342900">
              <a:lnSpc>
                <a:spcPct val="250000"/>
              </a:lnSpc>
              <a:buAutoNum type="arabicPeriod"/>
            </a:pPr>
            <a:r>
              <a:rPr lang="en-US" sz="1800" b="1" dirty="0" err="1">
                <a:latin typeface="Verdana" panose="020B0604030504040204" pitchFamily="34" charset="0"/>
                <a:ea typeface="Verdana" panose="020B0604030504040204" pitchFamily="34" charset="0"/>
              </a:rPr>
              <a:t>Đóng</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góp</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phát</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triển</a:t>
            </a:r>
            <a:endParaRPr lang="vi-VN" sz="1800" b="1" dirty="0">
              <a:latin typeface="Verdana" panose="020B0604030504040204" pitchFamily="34" charset="0"/>
              <a:ea typeface="Verdana" panose="020B0604030504040204" pitchFamily="34" charset="0"/>
            </a:endParaRPr>
          </a:p>
          <a:p>
            <a:pPr marL="342900" indent="-342900">
              <a:lnSpc>
                <a:spcPct val="250000"/>
              </a:lnSpc>
              <a:buAutoNum type="arabicPeriod"/>
            </a:pPr>
            <a:r>
              <a:rPr lang="vi-VN" sz="1800" b="1" dirty="0">
                <a:latin typeface="Verdana" panose="020B0604030504040204" pitchFamily="34" charset="0"/>
                <a:ea typeface="Verdana" panose="020B0604030504040204" pitchFamily="34" charset="0"/>
              </a:rPr>
              <a:t>Tài liệu tham khảo</a:t>
            </a:r>
          </a:p>
          <a:p>
            <a:pPr marL="342900" indent="-342900">
              <a:lnSpc>
                <a:spcPct val="150000"/>
              </a:lnSpc>
              <a:buAutoNum type="arabicPeriod"/>
            </a:pPr>
            <a:endParaRPr lang="en-US" sz="1800" b="1"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120322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1333896" y="327184"/>
            <a:ext cx="9888286" cy="892552"/>
          </a:xfrm>
          <a:prstGeom prst="rect">
            <a:avLst/>
          </a:prstGeom>
        </p:spPr>
        <p:txBody>
          <a:bodyPr wrap="square">
            <a:spAutoFit/>
          </a:bodyPr>
          <a:lstStyle/>
          <a:p>
            <a:r>
              <a:rPr lang="vi-VN" sz="2600" b="1" dirty="0">
                <a:solidFill>
                  <a:schemeClr val="bg1"/>
                </a:solidFill>
                <a:latin typeface="Verdana" panose="020B0604030504040204" pitchFamily="34" charset="0"/>
                <a:ea typeface="Verdana" panose="020B0604030504040204" pitchFamily="34" charset="0"/>
              </a:rPr>
              <a:t>1. </a:t>
            </a:r>
            <a:r>
              <a:rPr lang="en-US" sz="2600" b="1" dirty="0" err="1">
                <a:solidFill>
                  <a:schemeClr val="bg1"/>
                </a:solidFill>
                <a:latin typeface="Verdana" panose="020B0604030504040204" pitchFamily="34" charset="0"/>
                <a:ea typeface="Verdana" panose="020B0604030504040204" pitchFamily="34" charset="0"/>
              </a:rPr>
              <a:t>Nhu</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cầu</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và</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tính</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cấp</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thiết</a:t>
            </a:r>
            <a:endParaRPr lang="en-US" sz="2600" b="1" dirty="0">
              <a:solidFill>
                <a:schemeClr val="bg1"/>
              </a:solidFill>
              <a:latin typeface="Verdana" panose="020B0604030504040204" pitchFamily="34" charset="0"/>
              <a:ea typeface="Verdana" panose="020B0604030504040204" pitchFamily="34" charset="0"/>
            </a:endParaRPr>
          </a:p>
          <a:p>
            <a:endParaRPr lang="en-US" sz="2600" b="1" dirty="0">
              <a:solidFill>
                <a:schemeClr val="bg1"/>
              </a:solidFill>
              <a:latin typeface="Verdana" panose="020B0604030504040204" pitchFamily="34" charset="0"/>
              <a:ea typeface="Verdana" panose="020B0604030504040204" pitchFamily="34" charset="0"/>
            </a:endParaRPr>
          </a:p>
        </p:txBody>
      </p:sp>
      <p:sp>
        <p:nvSpPr>
          <p:cNvPr id="4" name="Title 1">
            <a:extLst>
              <a:ext uri="{FF2B5EF4-FFF2-40B4-BE49-F238E27FC236}">
                <a16:creationId xmlns:a16="http://schemas.microsoft.com/office/drawing/2014/main" id="{D6309B9C-1924-4E7A-82A1-DDBA755727BE}"/>
              </a:ext>
            </a:extLst>
          </p:cNvPr>
          <p:cNvSpPr txBox="1">
            <a:spLocks/>
          </p:cNvSpPr>
          <p:nvPr/>
        </p:nvSpPr>
        <p:spPr>
          <a:xfrm>
            <a:off x="1094509" y="1136073"/>
            <a:ext cx="10127673" cy="5394743"/>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50000"/>
              </a:lnSpc>
              <a:buAutoNum type="arabicPeriod"/>
            </a:pPr>
            <a:endParaRPr lang="en-US" sz="1800" b="1" dirty="0">
              <a:latin typeface="Verdana" panose="020B0604030504040204" pitchFamily="34" charset="0"/>
              <a:ea typeface="Verdana" panose="020B0604030504040204" pitchFamily="34" charset="0"/>
            </a:endParaRPr>
          </a:p>
        </p:txBody>
      </p:sp>
      <p:sp>
        <p:nvSpPr>
          <p:cNvPr id="5" name="Title 1">
            <a:extLst>
              <a:ext uri="{FF2B5EF4-FFF2-40B4-BE49-F238E27FC236}">
                <a16:creationId xmlns:a16="http://schemas.microsoft.com/office/drawing/2014/main" id="{56541AD8-9D9B-4D9C-BDFF-103129E96583}"/>
              </a:ext>
            </a:extLst>
          </p:cNvPr>
          <p:cNvSpPr txBox="1">
            <a:spLocks/>
          </p:cNvSpPr>
          <p:nvPr/>
        </p:nvSpPr>
        <p:spPr>
          <a:xfrm>
            <a:off x="1094509" y="1136073"/>
            <a:ext cx="10307782" cy="5549540"/>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sz="1800" b="1" dirty="0" err="1">
                <a:latin typeface="Verdana" panose="020B0604030504040204" pitchFamily="34" charset="0"/>
                <a:ea typeface="Verdana" panose="020B0604030504040204" pitchFamily="34" charset="0"/>
              </a:rPr>
              <a:t>Quản</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lý</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công</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việc</a:t>
            </a:r>
            <a:endParaRPr lang="en-US" sz="1800" b="1" dirty="0">
              <a:latin typeface="Verdana" panose="020B0604030504040204" pitchFamily="34" charset="0"/>
              <a:ea typeface="Verdana" panose="020B0604030504040204" pitchFamily="34" charset="0"/>
            </a:endParaRPr>
          </a:p>
          <a:p>
            <a:pPr marL="285750" indent="-285750">
              <a:lnSpc>
                <a:spcPct val="150000"/>
              </a:lnSpc>
              <a:buFontTx/>
              <a:buChar char="-"/>
            </a:pPr>
            <a:r>
              <a:rPr lang="en-US" sz="1800" dirty="0" err="1">
                <a:latin typeface="Verdana" panose="020B0604030504040204" pitchFamily="34" charset="0"/>
                <a:ea typeface="Verdana" panose="020B0604030504040204" pitchFamily="34" charset="0"/>
              </a:rPr>
              <a:t>Quản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lý</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việc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trong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và</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ngoài</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dự</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án</a:t>
            </a:r>
            <a:endParaRPr lang="en-US" sz="1800" dirty="0">
              <a:latin typeface="Verdana" panose="020B0604030504040204" pitchFamily="34" charset="0"/>
              <a:ea typeface="Verdana" panose="020B0604030504040204" pitchFamily="34" charset="0"/>
            </a:endParaRPr>
          </a:p>
          <a:p>
            <a:pPr marL="285750" indent="-285750">
              <a:lnSpc>
                <a:spcPct val="150000"/>
              </a:lnSpc>
              <a:buFontTx/>
              <a:buChar char="-"/>
            </a:pPr>
            <a:r>
              <a:rPr lang="en-US" sz="1800" dirty="0" err="1">
                <a:latin typeface="Verdana" panose="020B0604030504040204" pitchFamily="34" charset="0"/>
                <a:ea typeface="Verdana" panose="020B0604030504040204" pitchFamily="34" charset="0"/>
              </a:rPr>
              <a:t>Tận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dụng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tối</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đa</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nguồn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lực</a:t>
            </a:r>
            <a:endParaRPr lang="en-US" sz="1800" dirty="0">
              <a:latin typeface="Verdana" panose="020B0604030504040204" pitchFamily="34" charset="0"/>
              <a:ea typeface="Verdana" panose="020B0604030504040204" pitchFamily="34" charset="0"/>
            </a:endParaRPr>
          </a:p>
          <a:p>
            <a:pPr marL="285750" indent="-285750">
              <a:lnSpc>
                <a:spcPct val="150000"/>
              </a:lnSpc>
              <a:buFontTx/>
              <a:buChar char="-"/>
            </a:pPr>
            <a:r>
              <a:rPr lang="en-US" sz="1800" dirty="0" err="1">
                <a:latin typeface="Verdana" panose="020B0604030504040204" pitchFamily="34" charset="0"/>
                <a:ea typeface="Verdana" panose="020B0604030504040204" pitchFamily="34" charset="0"/>
              </a:rPr>
              <a:t>Sử</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dụng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dữ</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liệu</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làm</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cơ</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sở</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tính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khoán</a:t>
            </a:r>
            <a:endParaRPr lang="en-US" sz="1800" dirty="0">
              <a:latin typeface="Verdana" panose="020B0604030504040204" pitchFamily="34" charset="0"/>
              <a:ea typeface="Verdana" panose="020B0604030504040204" pitchFamily="34" charset="0"/>
            </a:endParaRPr>
          </a:p>
          <a:p>
            <a:pPr>
              <a:lnSpc>
                <a:spcPct val="150000"/>
              </a:lnSpc>
            </a:pPr>
            <a:r>
              <a:rPr lang="en-US" sz="1800" b="1" dirty="0" err="1">
                <a:latin typeface="Verdana" panose="020B0604030504040204" pitchFamily="34" charset="0"/>
                <a:ea typeface="Verdana" panose="020B0604030504040204" pitchFamily="34" charset="0"/>
              </a:rPr>
              <a:t>Quản</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lý</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đánh</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giá</a:t>
            </a:r>
            <a:endParaRPr lang="en-US" sz="1800" b="1" dirty="0">
              <a:latin typeface="Verdana" panose="020B0604030504040204" pitchFamily="34" charset="0"/>
              <a:ea typeface="Verdana" panose="020B0604030504040204" pitchFamily="34" charset="0"/>
            </a:endParaRPr>
          </a:p>
          <a:p>
            <a:pPr marL="285750" indent="-285750">
              <a:lnSpc>
                <a:spcPct val="150000"/>
              </a:lnSpc>
              <a:buFontTx/>
              <a:buChar char="-"/>
            </a:pPr>
            <a:r>
              <a:rPr lang="en-US" sz="1800" dirty="0" err="1">
                <a:latin typeface="Verdana" panose="020B0604030504040204" pitchFamily="34" charset="0"/>
                <a:ea typeface="Verdana" panose="020B0604030504040204" pitchFamily="34" charset="0"/>
              </a:rPr>
              <a:t>Quản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lý</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các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chỉ</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tiêu</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đánh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giá</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trong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phòng</a:t>
            </a:r>
            <a:r>
              <a:rPr lang="en-US" sz="1800" dirty="0">
                <a:latin typeface="Verdana" panose="020B0604030504040204" pitchFamily="34" charset="0"/>
                <a:ea typeface="Verdana" panose="020B0604030504040204" pitchFamily="34" charset="0"/>
              </a:rPr>
              <a:t> ban</a:t>
            </a:r>
          </a:p>
          <a:p>
            <a:pPr marL="285750" indent="-285750">
              <a:lnSpc>
                <a:spcPct val="150000"/>
              </a:lnSpc>
              <a:buFontTx/>
              <a:buChar char="-"/>
            </a:pPr>
            <a:r>
              <a:rPr lang="en-US" sz="1800" dirty="0" err="1">
                <a:latin typeface="Verdana" panose="020B0604030504040204" pitchFamily="34" charset="0"/>
                <a:ea typeface="Verdana" panose="020B0604030504040204" pitchFamily="34" charset="0"/>
              </a:rPr>
              <a:t>Đánh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giá</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một</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cách</a:t>
            </a:r>
            <a:r>
              <a:rPr lang="en-US" sz="1800" dirty="0">
                <a:latin typeface="Verdana" panose="020B0604030504040204" pitchFamily="34" charset="0"/>
                <a:ea typeface="Verdana" panose="020B0604030504040204" pitchFamily="34" charset="0"/>
              </a:rPr>
              <a:t> chi </a:t>
            </a:r>
            <a:r>
              <a:rPr lang="en-US" sz="1800" dirty="0" err="1">
                <a:latin typeface="Verdana" panose="020B0604030504040204" pitchFamily="34" charset="0"/>
                <a:ea typeface="Verdana" panose="020B0604030504040204" pitchFamily="34" charset="0"/>
              </a:rPr>
              <a:t>tiết</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bằng</a:t>
            </a:r>
            <a:endParaRPr lang="en-US" sz="1800" dirty="0">
              <a:latin typeface="Verdana" panose="020B0604030504040204" pitchFamily="34" charset="0"/>
              <a:ea typeface="Verdana" panose="020B0604030504040204" pitchFamily="34" charset="0"/>
            </a:endParaRPr>
          </a:p>
          <a:p>
            <a:pPr marL="285750" indent="-285750">
              <a:lnSpc>
                <a:spcPct val="150000"/>
              </a:lnSpc>
              <a:buFontTx/>
              <a:buChar char="-"/>
            </a:pPr>
            <a:r>
              <a:rPr lang="en-US" sz="1800" dirty="0" err="1">
                <a:latin typeface="Verdana" panose="020B0604030504040204" pitchFamily="34" charset="0"/>
                <a:ea typeface="Verdana" panose="020B0604030504040204" pitchFamily="34" charset="0"/>
              </a:rPr>
              <a:t>Sử</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dụng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đánh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giá</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làm</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cơ</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sở</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tính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khoán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và</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xếp</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loại</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nhân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viên</a:t>
            </a:r>
            <a:endParaRPr lang="en-US" sz="1800" dirty="0">
              <a:latin typeface="Verdana" panose="020B0604030504040204" pitchFamily="34" charset="0"/>
              <a:ea typeface="Verdana" panose="020B0604030504040204" pitchFamily="34" charset="0"/>
            </a:endParaRPr>
          </a:p>
          <a:p>
            <a:pPr>
              <a:lnSpc>
                <a:spcPct val="150000"/>
              </a:lnSpc>
            </a:pPr>
            <a:r>
              <a:rPr lang="en-US" sz="1800" b="1" dirty="0" err="1">
                <a:latin typeface="Verdana" panose="020B0604030504040204" pitchFamily="34" charset="0"/>
                <a:ea typeface="Verdana" panose="020B0604030504040204" pitchFamily="34" charset="0"/>
              </a:rPr>
              <a:t>Khoán</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và</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thưởng</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theo</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chính</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sách</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khoán</a:t>
            </a:r>
            <a:endParaRPr lang="en-US" sz="1800" b="1" dirty="0">
              <a:latin typeface="Verdana" panose="020B0604030504040204" pitchFamily="34" charset="0"/>
              <a:ea typeface="Verdana" panose="020B0604030504040204" pitchFamily="34" charset="0"/>
            </a:endParaRPr>
          </a:p>
          <a:p>
            <a:pPr marL="285750" indent="-285750">
              <a:lnSpc>
                <a:spcPct val="150000"/>
              </a:lnSpc>
              <a:buFontTx/>
              <a:buChar char="-"/>
            </a:pPr>
            <a:r>
              <a:rPr lang="en-US" sz="1800" dirty="0" err="1">
                <a:latin typeface="Verdana" panose="020B0604030504040204" pitchFamily="34" charset="0"/>
                <a:ea typeface="Verdana" panose="020B0604030504040204" pitchFamily="34" charset="0"/>
              </a:rPr>
              <a:t>Áp</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dụng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và</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đề</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xuất</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tính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khoán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tự</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động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theo</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mức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độ</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đóng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góp</a:t>
            </a:r>
            <a:r>
              <a:rPr lang="en-US" sz="1800" dirty="0">
                <a:latin typeface="Verdana" panose="020B0604030504040204" pitchFamily="34" charset="0"/>
                <a:ea typeface="Verdana" panose="020B0604030504040204" pitchFamily="34" charset="0"/>
              </a:rPr>
              <a:t> </a:t>
            </a:r>
          </a:p>
          <a:p>
            <a:pPr marL="285750" indent="-285750">
              <a:lnSpc>
                <a:spcPct val="150000"/>
              </a:lnSpc>
              <a:buFontTx/>
              <a:buChar char="-"/>
            </a:pPr>
            <a:r>
              <a:rPr lang="en-US" sz="1800" dirty="0" err="1">
                <a:latin typeface="Verdana" panose="020B0604030504040204" pitchFamily="34" charset="0"/>
                <a:ea typeface="Verdana" panose="020B0604030504040204" pitchFamily="34" charset="0"/>
              </a:rPr>
              <a:t>Khoán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hiệu</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quả</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việc</a:t>
            </a:r>
            <a:endParaRPr lang="en-US" sz="1800" dirty="0">
              <a:latin typeface="Verdana" panose="020B0604030504040204" pitchFamily="34" charset="0"/>
              <a:ea typeface="Verdana" panose="020B0604030504040204" pitchFamily="34" charset="0"/>
            </a:endParaRPr>
          </a:p>
          <a:p>
            <a:pPr marL="285750" indent="-285750">
              <a:lnSpc>
                <a:spcPct val="150000"/>
              </a:lnSpc>
              <a:buFontTx/>
              <a:buChar char="-"/>
            </a:pPr>
            <a:r>
              <a:rPr lang="en-US" sz="1800" dirty="0" err="1">
                <a:latin typeface="Verdana" panose="020B0604030504040204" pitchFamily="34" charset="0"/>
                <a:ea typeface="Verdana" panose="020B0604030504040204" pitchFamily="34" charset="0"/>
              </a:rPr>
              <a:t>Khoán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theo</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giai</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đoạn</a:t>
            </a:r>
            <a:endParaRPr lang="en-US" sz="1800" dirty="0">
              <a:latin typeface="Verdana" panose="020B0604030504040204" pitchFamily="34" charset="0"/>
              <a:ea typeface="Verdana" panose="020B0604030504040204" pitchFamily="34" charset="0"/>
            </a:endParaRPr>
          </a:p>
          <a:p>
            <a:pPr marL="285750" indent="-285750">
              <a:lnSpc>
                <a:spcPct val="150000"/>
              </a:lnSpc>
              <a:buFontTx/>
              <a:buChar char="-"/>
            </a:pPr>
            <a:r>
              <a:rPr lang="en-US" sz="1800" dirty="0" err="1">
                <a:latin typeface="Verdana" panose="020B0604030504040204" pitchFamily="34" charset="0"/>
                <a:ea typeface="Verdana" panose="020B0604030504040204" pitchFamily="34" charset="0"/>
              </a:rPr>
              <a:t>Khoán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tạm</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ứng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hiệu</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quả</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dự</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án</a:t>
            </a:r>
            <a:endParaRPr lang="en-US" sz="100" dirty="0">
              <a:latin typeface="Verdana" panose="020B0604030504040204" pitchFamily="34" charset="0"/>
              <a:ea typeface="Verdana" panose="020B0604030504040204" pitchFamily="34" charset="0"/>
            </a:endParaRPr>
          </a:p>
          <a:p>
            <a:pPr marL="285750" indent="-285750">
              <a:lnSpc>
                <a:spcPct val="150000"/>
              </a:lnSpc>
              <a:buFontTx/>
              <a:buChar char="-"/>
            </a:pPr>
            <a:r>
              <a:rPr lang="en-US" sz="100" dirty="0" err="1">
                <a:latin typeface="Verdana" panose="020B0604030504040204" pitchFamily="34" charset="0"/>
                <a:ea typeface="Verdana" panose="020B0604030504040204" pitchFamily="34" charset="0"/>
              </a:rPr>
              <a:t>Khoàn</a:t>
            </a:r>
            <a:endParaRPr lang="en-US" sz="18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9521704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1333896" y="327184"/>
            <a:ext cx="9888286" cy="492443"/>
          </a:xfrm>
          <a:prstGeom prst="rect">
            <a:avLst/>
          </a:prstGeom>
        </p:spPr>
        <p:txBody>
          <a:bodyPr wrap="square">
            <a:spAutoFit/>
          </a:bodyPr>
          <a:lstStyle/>
          <a:p>
            <a:r>
              <a:rPr lang="en-US" sz="2600" b="1" dirty="0">
                <a:solidFill>
                  <a:schemeClr val="bg1"/>
                </a:solidFill>
                <a:latin typeface="Verdana" panose="020B0604030504040204" pitchFamily="34" charset="0"/>
                <a:ea typeface="Verdana" panose="020B0604030504040204" pitchFamily="34" charset="0"/>
              </a:rPr>
              <a:t>2. </a:t>
            </a:r>
            <a:r>
              <a:rPr lang="en-US" sz="2600" b="1" dirty="0" err="1">
                <a:solidFill>
                  <a:schemeClr val="bg1"/>
                </a:solidFill>
                <a:latin typeface="Verdana" panose="020B0604030504040204" pitchFamily="34" charset="0"/>
                <a:ea typeface="Verdana" panose="020B0604030504040204" pitchFamily="34" charset="0"/>
              </a:rPr>
              <a:t>Hiện</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trạng</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tại</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PrBBNKBIDV</a:t>
            </a:r>
            <a:endParaRPr lang="en-US" sz="2600" b="1" dirty="0">
              <a:solidFill>
                <a:schemeClr val="bg1"/>
              </a:solidFill>
              <a:latin typeface="Verdana" panose="020B0604030504040204" pitchFamily="34" charset="0"/>
              <a:ea typeface="Verdana" panose="020B0604030504040204" pitchFamily="34" charset="0"/>
            </a:endParaRPr>
          </a:p>
        </p:txBody>
      </p:sp>
      <p:sp>
        <p:nvSpPr>
          <p:cNvPr id="4" name="Title 1">
            <a:extLst>
              <a:ext uri="{FF2B5EF4-FFF2-40B4-BE49-F238E27FC236}">
                <a16:creationId xmlns:a16="http://schemas.microsoft.com/office/drawing/2014/main" id="{D6309B9C-1924-4E7A-82A1-DDBA755727BE}"/>
              </a:ext>
            </a:extLst>
          </p:cNvPr>
          <p:cNvSpPr txBox="1">
            <a:spLocks/>
          </p:cNvSpPr>
          <p:nvPr/>
        </p:nvSpPr>
        <p:spPr>
          <a:xfrm>
            <a:off x="1094509" y="1136073"/>
            <a:ext cx="10127673" cy="5394743"/>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50000"/>
              </a:lnSpc>
              <a:buAutoNum type="arabicPeriod"/>
            </a:pPr>
            <a:endParaRPr lang="en-US" sz="1800" b="1" dirty="0">
              <a:latin typeface="Verdana" panose="020B0604030504040204" pitchFamily="34" charset="0"/>
              <a:ea typeface="Verdana" panose="020B0604030504040204" pitchFamily="34" charset="0"/>
            </a:endParaRPr>
          </a:p>
        </p:txBody>
      </p:sp>
      <p:sp>
        <p:nvSpPr>
          <p:cNvPr id="5" name="Title 1">
            <a:extLst>
              <a:ext uri="{FF2B5EF4-FFF2-40B4-BE49-F238E27FC236}">
                <a16:creationId xmlns:a16="http://schemas.microsoft.com/office/drawing/2014/main" id="{56541AD8-9D9B-4D9C-BDFF-103129E96583}"/>
              </a:ext>
            </a:extLst>
          </p:cNvPr>
          <p:cNvSpPr txBox="1">
            <a:spLocks/>
          </p:cNvSpPr>
          <p:nvPr/>
        </p:nvSpPr>
        <p:spPr>
          <a:xfrm>
            <a:off x="1094509" y="1136073"/>
            <a:ext cx="10307782" cy="5549540"/>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endParaRPr lang="en-US" sz="1800" dirty="0">
              <a:latin typeface="Verdana" panose="020B0604030504040204" pitchFamily="34" charset="0"/>
              <a:ea typeface="Verdana" panose="020B0604030504040204" pitchFamily="34" charset="0"/>
            </a:endParaRPr>
          </a:p>
        </p:txBody>
      </p:sp>
      <p:sp>
        <p:nvSpPr>
          <p:cNvPr id="6" name="Title 1">
            <a:extLst>
              <a:ext uri="{FF2B5EF4-FFF2-40B4-BE49-F238E27FC236}">
                <a16:creationId xmlns:a16="http://schemas.microsoft.com/office/drawing/2014/main" id="{4369E437-6F14-4790-B3A9-C599175486F2}"/>
              </a:ext>
            </a:extLst>
          </p:cNvPr>
          <p:cNvSpPr txBox="1">
            <a:spLocks/>
          </p:cNvSpPr>
          <p:nvPr/>
        </p:nvSpPr>
        <p:spPr>
          <a:xfrm>
            <a:off x="1094509" y="1136073"/>
            <a:ext cx="10127673" cy="5549540"/>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sz="1800" b="1" dirty="0" err="1">
                <a:latin typeface="Verdana" panose="020B0604030504040204" pitchFamily="34" charset="0"/>
                <a:ea typeface="Verdana" panose="020B0604030504040204" pitchFamily="34" charset="0"/>
              </a:rPr>
              <a:t>Quản</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lý</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công</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việc</a:t>
            </a:r>
            <a:endParaRPr lang="en-US" sz="1800" b="1" dirty="0">
              <a:latin typeface="Verdana" panose="020B0604030504040204" pitchFamily="34" charset="0"/>
              <a:ea typeface="Verdana" panose="020B0604030504040204" pitchFamily="34" charset="0"/>
            </a:endParaRPr>
          </a:p>
          <a:p>
            <a:pPr marL="285750" indent="-285750">
              <a:lnSpc>
                <a:spcPct val="150000"/>
              </a:lnSpc>
              <a:buFontTx/>
              <a:buChar char="-"/>
            </a:pPr>
            <a:r>
              <a:rPr lang="en-US" sz="1800" dirty="0" err="1">
                <a:latin typeface="Verdana" panose="020B0604030504040204" pitchFamily="34" charset="0"/>
                <a:ea typeface="Verdana" panose="020B0604030504040204" pitchFamily="34" charset="0"/>
              </a:rPr>
              <a:t>Quản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lý</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việc</a:t>
            </a:r>
            <a:r>
              <a:rPr lang="en-US" sz="1800" dirty="0">
                <a:latin typeface="Verdana" panose="020B0604030504040204" pitchFamily="34" charset="0"/>
                <a:ea typeface="Verdana" panose="020B0604030504040204" pitchFamily="34" charset="0"/>
              </a:rPr>
              <a:t> qua JIRA, SFLASH, </a:t>
            </a:r>
            <a:r>
              <a:rPr lang="en-US" sz="1800" dirty="0" err="1">
                <a:latin typeface="Verdana" panose="020B0604030504040204" pitchFamily="34" charset="0"/>
                <a:ea typeface="Verdana" panose="020B0604030504040204" pitchFamily="34" charset="0"/>
              </a:rPr>
              <a:t>từng</a:t>
            </a:r>
            <a:r>
              <a:rPr lang="en-US" sz="1800" dirty="0">
                <a:latin typeface="Verdana" panose="020B0604030504040204" pitchFamily="34" charset="0"/>
                <a:ea typeface="Verdana" panose="020B0604030504040204" pitchFamily="34" charset="0"/>
              </a:rPr>
              <a:t> issue</a:t>
            </a:r>
          </a:p>
          <a:p>
            <a:pPr>
              <a:lnSpc>
                <a:spcPct val="150000"/>
              </a:lnSpc>
            </a:pPr>
            <a:r>
              <a:rPr lang="en-US" sz="1800" b="1" dirty="0" err="1">
                <a:latin typeface="Verdana" panose="020B0604030504040204" pitchFamily="34" charset="0"/>
                <a:ea typeface="Verdana" panose="020B0604030504040204" pitchFamily="34" charset="0"/>
              </a:rPr>
              <a:t>Quản</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lý</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đánh</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giá</a:t>
            </a:r>
            <a:endParaRPr lang="en-US" sz="1800" b="1" dirty="0">
              <a:latin typeface="Verdana" panose="020B0604030504040204" pitchFamily="34" charset="0"/>
              <a:ea typeface="Verdana" panose="020B0604030504040204" pitchFamily="34" charset="0"/>
            </a:endParaRPr>
          </a:p>
          <a:p>
            <a:pPr marL="285750" indent="-285750">
              <a:lnSpc>
                <a:spcPct val="150000"/>
              </a:lnSpc>
              <a:buFontTx/>
              <a:buChar char="-"/>
            </a:pPr>
            <a:r>
              <a:rPr lang="en-US" sz="1800" dirty="0" err="1">
                <a:latin typeface="Verdana" panose="020B0604030504040204" pitchFamily="34" charset="0"/>
                <a:ea typeface="Verdana" panose="020B0604030504040204" pitchFamily="34" charset="0"/>
              </a:rPr>
              <a:t>Đánh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giá</a:t>
            </a:r>
            <a:r>
              <a:rPr lang="en-US" sz="1800" dirty="0">
                <a:latin typeface="Verdana" panose="020B0604030504040204" pitchFamily="34" charset="0"/>
                <a:ea typeface="Verdana" panose="020B0604030504040204" pitchFamily="34" charset="0"/>
              </a:rPr>
              <a:t> qua 4 </a:t>
            </a:r>
            <a:r>
              <a:rPr lang="en-US" sz="1800" dirty="0" err="1">
                <a:latin typeface="Verdana" panose="020B0604030504040204" pitchFamily="34" charset="0"/>
                <a:ea typeface="Verdana" panose="020B0604030504040204" pitchFamily="34" charset="0"/>
              </a:rPr>
              <a:t>tiêu</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chí</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tiến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độ</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chất</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lượng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tuân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thủ</a:t>
            </a:r>
            <a:r>
              <a:rPr lang="en-US" sz="1800" dirty="0">
                <a:latin typeface="Verdana" panose="020B0604030504040204" pitchFamily="34" charset="0"/>
                <a:ea typeface="Verdana" panose="020B0604030504040204" pitchFamily="34" charset="0"/>
              </a:rPr>
              <a:t>, </a:t>
            </a:r>
          </a:p>
          <a:p>
            <a:pPr marL="285750" indent="-285750">
              <a:lnSpc>
                <a:spcPct val="150000"/>
              </a:lnSpc>
              <a:buFontTx/>
              <a:buChar char="-"/>
            </a:pPr>
            <a:r>
              <a:rPr lang="en-US" sz="1800" dirty="0">
                <a:latin typeface="Verdana" panose="020B0604030504040204" pitchFamily="34" charset="0"/>
                <a:ea typeface="Verdana" panose="020B0604030504040204" pitchFamily="34" charset="0"/>
              </a:rPr>
              <a:t>QLTT/ QLDA </a:t>
            </a:r>
            <a:r>
              <a:rPr lang="en-US" sz="1800" dirty="0" err="1">
                <a:latin typeface="Verdana" panose="020B0604030504040204" pitchFamily="34" charset="0"/>
                <a:ea typeface="Verdana" panose="020B0604030504040204" pitchFamily="34" charset="0"/>
              </a:rPr>
              <a:t>đánh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giá</a:t>
            </a:r>
            <a:endParaRPr lang="en-US" sz="1800" dirty="0">
              <a:latin typeface="Verdana" panose="020B0604030504040204" pitchFamily="34" charset="0"/>
              <a:ea typeface="Verdana" panose="020B0604030504040204" pitchFamily="34" charset="0"/>
            </a:endParaRPr>
          </a:p>
          <a:p>
            <a:pPr marL="285750" indent="-285750">
              <a:lnSpc>
                <a:spcPct val="150000"/>
              </a:lnSpc>
              <a:buFontTx/>
              <a:buChar char="-"/>
            </a:pPr>
            <a:r>
              <a:rPr lang="en-US" sz="1800" dirty="0" err="1">
                <a:latin typeface="Verdana" panose="020B0604030504040204" pitchFamily="34" charset="0"/>
                <a:ea typeface="Verdana" panose="020B0604030504040204" pitchFamily="34" charset="0"/>
              </a:rPr>
              <a:t>Đánh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giá</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theo</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tháng</a:t>
            </a:r>
            <a:endParaRPr lang="en-US" sz="1800" dirty="0">
              <a:latin typeface="Verdana" panose="020B0604030504040204" pitchFamily="34" charset="0"/>
              <a:ea typeface="Verdana" panose="020B0604030504040204" pitchFamily="34" charset="0"/>
            </a:endParaRPr>
          </a:p>
          <a:p>
            <a:pPr>
              <a:lnSpc>
                <a:spcPct val="150000"/>
              </a:lnSpc>
            </a:pPr>
            <a:r>
              <a:rPr lang="en-US" sz="1800" b="1" dirty="0" err="1">
                <a:latin typeface="Verdana" panose="020B0604030504040204" pitchFamily="34" charset="0"/>
                <a:ea typeface="Verdana" panose="020B0604030504040204" pitchFamily="34" charset="0"/>
              </a:rPr>
              <a:t>Tính</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khoán</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và</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tiền</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thưởng</a:t>
            </a:r>
            <a:endParaRPr lang="en-US" sz="1800" b="1" dirty="0">
              <a:latin typeface="Verdana" panose="020B0604030504040204" pitchFamily="34" charset="0"/>
              <a:ea typeface="Verdana" panose="020B0604030504040204" pitchFamily="34" charset="0"/>
            </a:endParaRPr>
          </a:p>
          <a:p>
            <a:pPr marL="285750" indent="-285750">
              <a:lnSpc>
                <a:spcPct val="150000"/>
              </a:lnSpc>
              <a:buFontTx/>
              <a:buChar char="-"/>
            </a:pPr>
            <a:r>
              <a:rPr lang="en-US" sz="1800" dirty="0" err="1">
                <a:latin typeface="Verdana" panose="020B0604030504040204" pitchFamily="34" charset="0"/>
                <a:ea typeface="Verdana" panose="020B0604030504040204" pitchFamily="34" charset="0"/>
              </a:rPr>
              <a:t>Tính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khoán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theo</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giai</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đoạn</a:t>
            </a:r>
            <a:endParaRPr lang="en-US" sz="1800" dirty="0">
              <a:latin typeface="Verdana" panose="020B0604030504040204" pitchFamily="34" charset="0"/>
              <a:ea typeface="Verdana" panose="020B0604030504040204" pitchFamily="34" charset="0"/>
            </a:endParaRPr>
          </a:p>
          <a:p>
            <a:pPr marL="285750" indent="-285750">
              <a:lnSpc>
                <a:spcPct val="150000"/>
              </a:lnSpc>
              <a:buFontTx/>
              <a:buChar char="-"/>
            </a:pPr>
            <a:r>
              <a:rPr lang="en-US" sz="1800" dirty="0" err="1">
                <a:latin typeface="Verdana" panose="020B0604030504040204" pitchFamily="34" charset="0"/>
                <a:ea typeface="Verdana" panose="020B0604030504040204" pitchFamily="34" charset="0"/>
              </a:rPr>
              <a:t>Tính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khoán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theo</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quý</a:t>
            </a:r>
            <a:endParaRPr lang="en-US" sz="18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729544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1333896" y="327184"/>
            <a:ext cx="9888286" cy="492443"/>
          </a:xfrm>
          <a:prstGeom prst="rect">
            <a:avLst/>
          </a:prstGeom>
        </p:spPr>
        <p:txBody>
          <a:bodyPr wrap="square">
            <a:spAutoFit/>
          </a:bodyPr>
          <a:lstStyle/>
          <a:p>
            <a:r>
              <a:rPr lang="en-US" sz="2600" b="1" dirty="0">
                <a:solidFill>
                  <a:schemeClr val="bg1"/>
                </a:solidFill>
                <a:latin typeface="Verdana" panose="020B0604030504040204" pitchFamily="34" charset="0"/>
                <a:ea typeface="Verdana" panose="020B0604030504040204" pitchFamily="34" charset="0"/>
              </a:rPr>
              <a:t>2. </a:t>
            </a:r>
            <a:r>
              <a:rPr lang="en-US" sz="2600" b="1" dirty="0" err="1">
                <a:solidFill>
                  <a:schemeClr val="bg1"/>
                </a:solidFill>
                <a:latin typeface="Verdana" panose="020B0604030504040204" pitchFamily="34" charset="0"/>
                <a:ea typeface="Verdana" panose="020B0604030504040204" pitchFamily="34" charset="0"/>
              </a:rPr>
              <a:t>Hiện</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trạng</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tại</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PrBBNKBIDV</a:t>
            </a:r>
            <a:endParaRPr lang="en-US" sz="2600" b="1" dirty="0">
              <a:solidFill>
                <a:schemeClr val="bg1"/>
              </a:solidFill>
              <a:latin typeface="Verdana" panose="020B0604030504040204" pitchFamily="34" charset="0"/>
              <a:ea typeface="Verdana" panose="020B0604030504040204" pitchFamily="34" charset="0"/>
            </a:endParaRPr>
          </a:p>
        </p:txBody>
      </p:sp>
      <p:sp>
        <p:nvSpPr>
          <p:cNvPr id="4" name="Title 1">
            <a:extLst>
              <a:ext uri="{FF2B5EF4-FFF2-40B4-BE49-F238E27FC236}">
                <a16:creationId xmlns:a16="http://schemas.microsoft.com/office/drawing/2014/main" id="{D6309B9C-1924-4E7A-82A1-DDBA755727BE}"/>
              </a:ext>
            </a:extLst>
          </p:cNvPr>
          <p:cNvSpPr txBox="1">
            <a:spLocks/>
          </p:cNvSpPr>
          <p:nvPr/>
        </p:nvSpPr>
        <p:spPr>
          <a:xfrm>
            <a:off x="1094509" y="1136073"/>
            <a:ext cx="10127673" cy="5394743"/>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50000"/>
              </a:lnSpc>
              <a:buAutoNum type="arabicPeriod"/>
            </a:pPr>
            <a:endParaRPr lang="en-US" sz="1800" b="1" dirty="0">
              <a:latin typeface="Verdana" panose="020B0604030504040204" pitchFamily="34" charset="0"/>
              <a:ea typeface="Verdana" panose="020B0604030504040204" pitchFamily="34" charset="0"/>
            </a:endParaRPr>
          </a:p>
        </p:txBody>
      </p:sp>
      <p:sp>
        <p:nvSpPr>
          <p:cNvPr id="5" name="Title 1">
            <a:extLst>
              <a:ext uri="{FF2B5EF4-FFF2-40B4-BE49-F238E27FC236}">
                <a16:creationId xmlns:a16="http://schemas.microsoft.com/office/drawing/2014/main" id="{56541AD8-9D9B-4D9C-BDFF-103129E96583}"/>
              </a:ext>
            </a:extLst>
          </p:cNvPr>
          <p:cNvSpPr txBox="1">
            <a:spLocks/>
          </p:cNvSpPr>
          <p:nvPr/>
        </p:nvSpPr>
        <p:spPr>
          <a:xfrm>
            <a:off x="1094509" y="1136073"/>
            <a:ext cx="10307782" cy="5549540"/>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endParaRPr lang="en-US" sz="1800" dirty="0">
              <a:latin typeface="Verdana" panose="020B0604030504040204" pitchFamily="34" charset="0"/>
              <a:ea typeface="Verdana" panose="020B0604030504040204" pitchFamily="34" charset="0"/>
            </a:endParaRPr>
          </a:p>
        </p:txBody>
      </p:sp>
      <p:sp>
        <p:nvSpPr>
          <p:cNvPr id="6" name="Title 1">
            <a:extLst>
              <a:ext uri="{FF2B5EF4-FFF2-40B4-BE49-F238E27FC236}">
                <a16:creationId xmlns:a16="http://schemas.microsoft.com/office/drawing/2014/main" id="{4369E437-6F14-4790-B3A9-C599175486F2}"/>
              </a:ext>
            </a:extLst>
          </p:cNvPr>
          <p:cNvSpPr txBox="1">
            <a:spLocks/>
          </p:cNvSpPr>
          <p:nvPr/>
        </p:nvSpPr>
        <p:spPr>
          <a:xfrm>
            <a:off x="1094509" y="1136073"/>
            <a:ext cx="10127673" cy="5549540"/>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sz="1800" b="1" dirty="0" err="1">
                <a:latin typeface="Verdana" panose="020B0604030504040204" pitchFamily="34" charset="0"/>
                <a:ea typeface="Verdana" panose="020B0604030504040204" pitchFamily="34" charset="0"/>
              </a:rPr>
              <a:t>Vấn</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đề</a:t>
            </a:r>
            <a:r>
              <a:rPr lang="en-US" sz="1800" b="1" dirty="0">
                <a:latin typeface="Verdana" panose="020B0604030504040204" pitchFamily="34" charset="0"/>
                <a:ea typeface="Verdana" panose="020B0604030504040204" pitchFamily="34" charset="0"/>
              </a:rPr>
              <a:t>:</a:t>
            </a:r>
          </a:p>
          <a:p>
            <a:pPr marL="342900" indent="-342900">
              <a:lnSpc>
                <a:spcPct val="250000"/>
              </a:lnSpc>
              <a:buFont typeface="+mj-lt"/>
              <a:buAutoNum type="arabicPeriod"/>
            </a:pPr>
            <a:r>
              <a:rPr lang="en-US" sz="1800" dirty="0" err="1">
                <a:latin typeface="Verdana" panose="020B0604030504040204" pitchFamily="34" charset="0"/>
                <a:ea typeface="Verdana" panose="020B0604030504040204" pitchFamily="34" charset="0"/>
              </a:rPr>
              <a:t>Chưa</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quản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lý</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các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việc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khác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ngoài</a:t>
            </a:r>
            <a:r>
              <a:rPr lang="en-US" sz="1800" dirty="0">
                <a:latin typeface="Verdana" panose="020B0604030504040204" pitchFamily="34" charset="0"/>
                <a:ea typeface="Verdana" panose="020B0604030504040204" pitchFamily="34" charset="0"/>
              </a:rPr>
              <a:t> Jira</a:t>
            </a:r>
          </a:p>
          <a:p>
            <a:pPr marL="342900" indent="-342900">
              <a:lnSpc>
                <a:spcPct val="250000"/>
              </a:lnSpc>
              <a:buFont typeface="+mj-lt"/>
              <a:buAutoNum type="arabicPeriod"/>
            </a:pPr>
            <a:r>
              <a:rPr lang="en-US" sz="1800" dirty="0" err="1">
                <a:latin typeface="Verdana" panose="020B0604030504040204" pitchFamily="34" charset="0"/>
                <a:ea typeface="Verdana" panose="020B0604030504040204" pitchFamily="34" charset="0"/>
              </a:rPr>
              <a:t>Chưa</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có</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quản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lý</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tiền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thưởng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của</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mỗi</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việc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và</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báo</a:t>
            </a:r>
            <a:r>
              <a:rPr lang="en-US" sz="1800" dirty="0">
                <a:latin typeface="Verdana" panose="020B0604030504040204" pitchFamily="34" charset="0"/>
                <a:ea typeface="Verdana" panose="020B0604030504040204" pitchFamily="34" charset="0"/>
              </a:rPr>
              <a:t> qua </a:t>
            </a:r>
            <a:r>
              <a:rPr lang="en-US" sz="1800" dirty="0" err="1">
                <a:latin typeface="Verdana" panose="020B0604030504040204" pitchFamily="34" charset="0"/>
                <a:ea typeface="Verdana" panose="020B0604030504040204" pitchFamily="34" charset="0"/>
              </a:rPr>
              <a:t>lời</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nói</a:t>
            </a:r>
            <a:endParaRPr lang="en-US" sz="1800" dirty="0">
              <a:latin typeface="Verdana" panose="020B0604030504040204" pitchFamily="34" charset="0"/>
              <a:ea typeface="Verdana" panose="020B0604030504040204" pitchFamily="34" charset="0"/>
            </a:endParaRPr>
          </a:p>
          <a:p>
            <a:pPr marL="342900" indent="-342900">
              <a:lnSpc>
                <a:spcPct val="250000"/>
              </a:lnSpc>
              <a:buFont typeface="+mj-lt"/>
              <a:buAutoNum type="arabicPeriod"/>
            </a:pPr>
            <a:r>
              <a:rPr lang="en-US" sz="1800" dirty="0" err="1">
                <a:latin typeface="Verdana" panose="020B0604030504040204" pitchFamily="34" charset="0"/>
                <a:ea typeface="Verdana" panose="020B0604030504040204" pitchFamily="34" charset="0"/>
              </a:rPr>
              <a:t>Đánh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giá</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dựa</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trên</a:t>
            </a:r>
            <a:r>
              <a:rPr lang="en-US" sz="1800" dirty="0">
                <a:latin typeface="Verdana" panose="020B0604030504040204" pitchFamily="34" charset="0"/>
                <a:ea typeface="Verdana" panose="020B0604030504040204" pitchFamily="34" charset="0"/>
              </a:rPr>
              <a:t> 4 </a:t>
            </a:r>
            <a:r>
              <a:rPr lang="en-US" sz="1800" dirty="0" err="1">
                <a:latin typeface="Verdana" panose="020B0604030504040204" pitchFamily="34" charset="0"/>
                <a:ea typeface="Verdana" panose="020B0604030504040204" pitchFamily="34" charset="0"/>
              </a:rPr>
              <a:t>tiêu</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chí</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quá</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nghèo</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nàn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thiếu</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chính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xác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khách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quan</a:t>
            </a:r>
            <a:endParaRPr lang="en-US" sz="1800" dirty="0">
              <a:latin typeface="Verdana" panose="020B0604030504040204" pitchFamily="34" charset="0"/>
              <a:ea typeface="Verdana" panose="020B0604030504040204" pitchFamily="34" charset="0"/>
            </a:endParaRPr>
          </a:p>
          <a:p>
            <a:pPr marL="342900" indent="-342900">
              <a:lnSpc>
                <a:spcPct val="250000"/>
              </a:lnSpc>
              <a:buFont typeface="+mj-lt"/>
              <a:buAutoNum type="arabicPeriod"/>
            </a:pPr>
            <a:r>
              <a:rPr lang="vi-VN" sz="1800" dirty="0">
                <a:latin typeface="Verdana" panose="020B0604030504040204" pitchFamily="34" charset="0"/>
                <a:ea typeface="Verdana" panose="020B0604030504040204" pitchFamily="34" charset="0"/>
              </a:rPr>
              <a:t>Việc tính khoán, lương thưởng còn chưa cụ thể, chưa rõ ràng, chưa khai thác được mức độ đóng góp của nhân viên để đưa ra mức lương thưởng hợp lý. </a:t>
            </a:r>
            <a:endParaRPr lang="en-US" sz="1800" dirty="0">
              <a:latin typeface="Verdana" panose="020B0604030504040204" pitchFamily="34" charset="0"/>
              <a:ea typeface="Verdana" panose="020B0604030504040204" pitchFamily="34" charset="0"/>
            </a:endParaRPr>
          </a:p>
          <a:p>
            <a:pPr>
              <a:lnSpc>
                <a:spcPct val="150000"/>
              </a:lnSpc>
            </a:pPr>
            <a:endParaRPr lang="en-US" sz="18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7508719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1333896" y="327184"/>
            <a:ext cx="9888286" cy="492443"/>
          </a:xfrm>
          <a:prstGeom prst="rect">
            <a:avLst/>
          </a:prstGeom>
        </p:spPr>
        <p:txBody>
          <a:bodyPr wrap="square">
            <a:spAutoFit/>
          </a:bodyPr>
          <a:lstStyle/>
          <a:p>
            <a:r>
              <a:rPr lang="en-US" sz="2600" b="1" dirty="0">
                <a:solidFill>
                  <a:schemeClr val="bg1"/>
                </a:solidFill>
                <a:latin typeface="Verdana" panose="020B0604030504040204" pitchFamily="34" charset="0"/>
                <a:ea typeface="Verdana" panose="020B0604030504040204" pitchFamily="34" charset="0"/>
              </a:rPr>
              <a:t>3. </a:t>
            </a:r>
            <a:r>
              <a:rPr lang="en-US" sz="2600" b="1" dirty="0" err="1">
                <a:solidFill>
                  <a:schemeClr val="bg1"/>
                </a:solidFill>
                <a:latin typeface="Verdana" panose="020B0604030504040204" pitchFamily="34" charset="0"/>
                <a:ea typeface="Verdana" panose="020B0604030504040204" pitchFamily="34" charset="0"/>
              </a:rPr>
              <a:t>Mục</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tiêu</a:t>
            </a:r>
            <a:endParaRPr lang="en-US" sz="2600" b="1" dirty="0">
              <a:solidFill>
                <a:schemeClr val="bg1"/>
              </a:solidFill>
              <a:latin typeface="Verdana" panose="020B0604030504040204" pitchFamily="34" charset="0"/>
              <a:ea typeface="Verdana" panose="020B0604030504040204" pitchFamily="34" charset="0"/>
            </a:endParaRPr>
          </a:p>
        </p:txBody>
      </p:sp>
      <p:sp>
        <p:nvSpPr>
          <p:cNvPr id="4" name="Title 1">
            <a:extLst>
              <a:ext uri="{FF2B5EF4-FFF2-40B4-BE49-F238E27FC236}">
                <a16:creationId xmlns:a16="http://schemas.microsoft.com/office/drawing/2014/main" id="{D6309B9C-1924-4E7A-82A1-DDBA755727BE}"/>
              </a:ext>
            </a:extLst>
          </p:cNvPr>
          <p:cNvSpPr txBox="1">
            <a:spLocks/>
          </p:cNvSpPr>
          <p:nvPr/>
        </p:nvSpPr>
        <p:spPr>
          <a:xfrm>
            <a:off x="1094509" y="1136073"/>
            <a:ext cx="10127673" cy="5394743"/>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50000"/>
              </a:lnSpc>
              <a:buAutoNum type="arabicPeriod"/>
            </a:pPr>
            <a:endParaRPr lang="en-US" sz="1800" b="1" dirty="0">
              <a:latin typeface="Verdana" panose="020B0604030504040204" pitchFamily="34" charset="0"/>
              <a:ea typeface="Verdana" panose="020B0604030504040204" pitchFamily="34" charset="0"/>
            </a:endParaRPr>
          </a:p>
        </p:txBody>
      </p:sp>
      <p:sp>
        <p:nvSpPr>
          <p:cNvPr id="5" name="Title 1">
            <a:extLst>
              <a:ext uri="{FF2B5EF4-FFF2-40B4-BE49-F238E27FC236}">
                <a16:creationId xmlns:a16="http://schemas.microsoft.com/office/drawing/2014/main" id="{56541AD8-9D9B-4D9C-BDFF-103129E96583}"/>
              </a:ext>
            </a:extLst>
          </p:cNvPr>
          <p:cNvSpPr txBox="1">
            <a:spLocks/>
          </p:cNvSpPr>
          <p:nvPr/>
        </p:nvSpPr>
        <p:spPr>
          <a:xfrm>
            <a:off x="1094509" y="1136073"/>
            <a:ext cx="10127673" cy="5549540"/>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285750" indent="-285750">
              <a:lnSpc>
                <a:spcPct val="150000"/>
              </a:lnSpc>
              <a:buFontTx/>
              <a:buChar char="-"/>
            </a:pPr>
            <a:endParaRPr lang="en-US" sz="1800" dirty="0">
              <a:latin typeface="Verdana" panose="020B0604030504040204" pitchFamily="34" charset="0"/>
              <a:ea typeface="Verdana" panose="020B0604030504040204" pitchFamily="34" charset="0"/>
            </a:endParaRPr>
          </a:p>
        </p:txBody>
      </p:sp>
      <p:sp>
        <p:nvSpPr>
          <p:cNvPr id="6" name="Title 1">
            <a:extLst>
              <a:ext uri="{FF2B5EF4-FFF2-40B4-BE49-F238E27FC236}">
                <a16:creationId xmlns:a16="http://schemas.microsoft.com/office/drawing/2014/main" id="{EC9F8B5A-B8FA-4F97-A1FE-C3E813B2E862}"/>
              </a:ext>
            </a:extLst>
          </p:cNvPr>
          <p:cNvSpPr txBox="1">
            <a:spLocks/>
          </p:cNvSpPr>
          <p:nvPr/>
        </p:nvSpPr>
        <p:spPr>
          <a:xfrm>
            <a:off x="1094509" y="1136073"/>
            <a:ext cx="10307782" cy="5549540"/>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200000"/>
              </a:lnSpc>
            </a:pPr>
            <a:r>
              <a:rPr lang="en-US" sz="1800" b="1" dirty="0" err="1">
                <a:latin typeface="Verdana" panose="020B0604030504040204" pitchFamily="34" charset="0"/>
                <a:ea typeface="Verdana" panose="020B0604030504040204" pitchFamily="34" charset="0"/>
              </a:rPr>
              <a:t>Các</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mục</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tiêu</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chính</a:t>
            </a:r>
            <a:r>
              <a:rPr lang="en-US" sz="1800" b="1" dirty="0">
                <a:latin typeface="Verdana" panose="020B0604030504040204" pitchFamily="34" charset="0"/>
                <a:ea typeface="Verdana" panose="020B0604030504040204" pitchFamily="34" charset="0"/>
              </a:rPr>
              <a:t> bao </a:t>
            </a:r>
            <a:r>
              <a:rPr lang="en-US" sz="1800" b="1" dirty="0" err="1">
                <a:latin typeface="Verdana" panose="020B0604030504040204" pitchFamily="34" charset="0"/>
                <a:ea typeface="Verdana" panose="020B0604030504040204" pitchFamily="34" charset="0"/>
              </a:rPr>
              <a:t>gồm</a:t>
            </a:r>
            <a:r>
              <a:rPr lang="en-US" sz="1800" b="1" dirty="0">
                <a:latin typeface="Verdana" panose="020B0604030504040204" pitchFamily="34" charset="0"/>
                <a:ea typeface="Verdana" panose="020B0604030504040204" pitchFamily="34" charset="0"/>
              </a:rPr>
              <a:t>:</a:t>
            </a:r>
          </a:p>
          <a:p>
            <a:pPr marL="285750" indent="-285750">
              <a:lnSpc>
                <a:spcPct val="200000"/>
              </a:lnSpc>
              <a:buFont typeface="Wingdings" panose="05000000000000000000" pitchFamily="2" charset="2"/>
              <a:buChar char="Ø"/>
            </a:pPr>
            <a:r>
              <a:rPr lang="en-US" sz="1800" dirty="0" err="1">
                <a:latin typeface="Verdana" panose="020B0604030504040204" pitchFamily="34" charset="0"/>
                <a:ea typeface="Verdana" panose="020B0604030504040204" pitchFamily="34" charset="0"/>
              </a:rPr>
              <a:t>Phân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bổ</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nguồn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lực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một</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cách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hợp</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lý</a:t>
            </a:r>
            <a:endParaRPr lang="en-US" sz="1800" dirty="0">
              <a:latin typeface="Verdana" panose="020B0604030504040204" pitchFamily="34" charset="0"/>
              <a:ea typeface="Verdana" panose="020B0604030504040204" pitchFamily="34" charset="0"/>
            </a:endParaRPr>
          </a:p>
          <a:p>
            <a:pPr marL="285750" indent="-285750">
              <a:lnSpc>
                <a:spcPct val="200000"/>
              </a:lnSpc>
              <a:buFont typeface="Wingdings" panose="05000000000000000000" pitchFamily="2" charset="2"/>
              <a:buChar char="Ø"/>
            </a:pPr>
            <a:r>
              <a:rPr lang="en-US" sz="1800" dirty="0">
                <a:latin typeface="Verdana" panose="020B0604030504040204" pitchFamily="34" charset="0"/>
                <a:ea typeface="Verdana" panose="020B0604030504040204" pitchFamily="34" charset="0"/>
              </a:rPr>
              <a:t>Giao </a:t>
            </a:r>
            <a:r>
              <a:rPr lang="en-US" sz="1800" dirty="0" err="1">
                <a:latin typeface="Verdana" panose="020B0604030504040204" pitchFamily="34" charset="0"/>
                <a:ea typeface="Verdana" panose="020B0604030504040204" pitchFamily="34" charset="0"/>
              </a:rPr>
              <a:t>và</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nhận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việc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cảnh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bảo</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được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cá</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nhân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có</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mức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độ</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bussy</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thấp</a:t>
            </a:r>
            <a:r>
              <a:rPr lang="en-US" sz="1800" dirty="0">
                <a:latin typeface="Verdana" panose="020B0604030504040204" pitchFamily="34" charset="0"/>
                <a:ea typeface="Verdana" panose="020B0604030504040204" pitchFamily="34" charset="0"/>
              </a:rPr>
              <a:t>.</a:t>
            </a:r>
          </a:p>
          <a:p>
            <a:pPr marL="285750" indent="-285750">
              <a:lnSpc>
                <a:spcPct val="200000"/>
              </a:lnSpc>
              <a:buFont typeface="Wingdings" panose="05000000000000000000" pitchFamily="2" charset="2"/>
              <a:buChar char="Ø"/>
            </a:pPr>
            <a:r>
              <a:rPr lang="en-US" sz="1800" dirty="0" err="1">
                <a:latin typeface="Verdana" panose="020B0604030504040204" pitchFamily="34" charset="0"/>
                <a:ea typeface="Verdana" panose="020B0604030504040204" pitchFamily="34" charset="0"/>
              </a:rPr>
              <a:t>Đưa</a:t>
            </a:r>
            <a:r>
              <a:rPr lang="en-US" sz="1800" dirty="0">
                <a:latin typeface="Verdana" panose="020B0604030504040204" pitchFamily="34" charset="0"/>
                <a:ea typeface="Verdana" panose="020B0604030504040204" pitchFamily="34" charset="0"/>
              </a:rPr>
              <a:t> ra </a:t>
            </a:r>
            <a:r>
              <a:rPr lang="en-US" sz="1800" dirty="0" err="1">
                <a:latin typeface="Verdana" panose="020B0604030504040204" pitchFamily="34" charset="0"/>
                <a:ea typeface="Verdana" panose="020B0604030504040204" pitchFamily="34" charset="0"/>
              </a:rPr>
              <a:t>được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các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tiêu</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chí</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đánh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giá</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cho</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từng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cá</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nhân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từng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việc</a:t>
            </a:r>
            <a:endParaRPr lang="en-US" sz="1800" dirty="0">
              <a:latin typeface="Verdana" panose="020B0604030504040204" pitchFamily="34" charset="0"/>
              <a:ea typeface="Verdana" panose="020B0604030504040204" pitchFamily="34" charset="0"/>
            </a:endParaRPr>
          </a:p>
          <a:p>
            <a:pPr marL="285750" indent="-285750">
              <a:lnSpc>
                <a:spcPct val="200000"/>
              </a:lnSpc>
              <a:buFont typeface="Wingdings" panose="05000000000000000000" pitchFamily="2" charset="2"/>
              <a:buChar char="Ø"/>
            </a:pPr>
            <a:r>
              <a:rPr lang="en-US" sz="1800" dirty="0" err="1">
                <a:latin typeface="Verdana" panose="020B0604030504040204" pitchFamily="34" charset="0"/>
                <a:ea typeface="Verdana" panose="020B0604030504040204" pitchFamily="34" charset="0"/>
              </a:rPr>
              <a:t>Đánh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giá</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một</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cách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trực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quan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bằng</a:t>
            </a:r>
            <a:endParaRPr lang="en-US" sz="1800" dirty="0">
              <a:latin typeface="Verdana" panose="020B0604030504040204" pitchFamily="34" charset="0"/>
              <a:ea typeface="Verdana" panose="020B0604030504040204" pitchFamily="34" charset="0"/>
            </a:endParaRPr>
          </a:p>
          <a:p>
            <a:pPr marL="285750" indent="-285750">
              <a:lnSpc>
                <a:spcPct val="200000"/>
              </a:lnSpc>
              <a:buFont typeface="Wingdings" panose="05000000000000000000" pitchFamily="2" charset="2"/>
              <a:buChar char="Ø"/>
            </a:pPr>
            <a:r>
              <a:rPr lang="en-US" sz="1800" dirty="0" err="1">
                <a:latin typeface="Verdana" panose="020B0604030504040204" pitchFamily="34" charset="0"/>
                <a:ea typeface="Verdana" panose="020B0604030504040204" pitchFamily="34" charset="0"/>
              </a:rPr>
              <a:t>Tính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khoán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tới</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từng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cá</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nhân</a:t>
            </a:r>
            <a:endParaRPr lang="en-US" sz="1800" dirty="0">
              <a:latin typeface="Verdana" panose="020B0604030504040204" pitchFamily="34" charset="0"/>
              <a:ea typeface="Verdana" panose="020B0604030504040204" pitchFamily="34" charset="0"/>
            </a:endParaRPr>
          </a:p>
          <a:p>
            <a:pPr marL="285750" indent="-285750">
              <a:lnSpc>
                <a:spcPct val="200000"/>
              </a:lnSpc>
              <a:buFont typeface="Wingdings" panose="05000000000000000000" pitchFamily="2" charset="2"/>
              <a:buChar char="Ø"/>
            </a:pPr>
            <a:r>
              <a:rPr lang="en-US" sz="1800" dirty="0" err="1">
                <a:latin typeface="Verdana" panose="020B0604030504040204" pitchFamily="34" charset="0"/>
                <a:ea typeface="Verdana" panose="020B0604030504040204" pitchFamily="34" charset="0"/>
              </a:rPr>
              <a:t>Dự</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báo</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khoán</a:t>
            </a:r>
            <a:endParaRPr lang="en-US" sz="1800" dirty="0">
              <a:latin typeface="Verdana" panose="020B0604030504040204" pitchFamily="34" charset="0"/>
              <a:ea typeface="Verdana" panose="020B0604030504040204" pitchFamily="34" charset="0"/>
            </a:endParaRPr>
          </a:p>
          <a:p>
            <a:pPr marL="285750" indent="-285750">
              <a:lnSpc>
                <a:spcPct val="200000"/>
              </a:lnSpc>
              <a:buFont typeface="Wingdings" panose="05000000000000000000" pitchFamily="2" charset="2"/>
              <a:buChar char="Ø"/>
            </a:pPr>
            <a:r>
              <a:rPr lang="en-US" sz="1800" dirty="0" err="1">
                <a:latin typeface="Verdana" panose="020B0604030504040204" pitchFamily="34" charset="0"/>
                <a:ea typeface="Verdana" panose="020B0604030504040204" pitchFamily="34" charset="0"/>
              </a:rPr>
              <a:t>Tăng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thu</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nhập</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cho</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nhân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viên</a:t>
            </a:r>
            <a:endParaRPr lang="en-US" sz="18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5226691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1333896" y="327184"/>
            <a:ext cx="9888286" cy="492443"/>
          </a:xfrm>
          <a:prstGeom prst="rect">
            <a:avLst/>
          </a:prstGeom>
        </p:spPr>
        <p:txBody>
          <a:bodyPr wrap="square">
            <a:spAutoFit/>
          </a:bodyPr>
          <a:lstStyle/>
          <a:p>
            <a:r>
              <a:rPr lang="en-US" sz="2600" b="1" dirty="0">
                <a:solidFill>
                  <a:schemeClr val="bg1"/>
                </a:solidFill>
                <a:latin typeface="Verdana" panose="020B0604030504040204" pitchFamily="34" charset="0"/>
                <a:ea typeface="Verdana" panose="020B0604030504040204" pitchFamily="34" charset="0"/>
              </a:rPr>
              <a:t>4.</a:t>
            </a:r>
            <a:r>
              <a:rPr lang="vi-VN" sz="2600" b="1" dirty="0">
                <a:solidFill>
                  <a:schemeClr val="bg1"/>
                </a:solidFill>
                <a:latin typeface="Verdana" panose="020B0604030504040204" pitchFamily="34" charset="0"/>
                <a:ea typeface="Verdana" panose="020B0604030504040204" pitchFamily="34" charset="0"/>
              </a:rPr>
              <a:t> Định hướng giải pháp</a:t>
            </a:r>
            <a:endParaRPr lang="en-US" sz="2600" b="1" dirty="0">
              <a:solidFill>
                <a:schemeClr val="bg1"/>
              </a:solidFill>
              <a:latin typeface="Verdana" panose="020B0604030504040204" pitchFamily="34" charset="0"/>
              <a:ea typeface="Verdana" panose="020B0604030504040204" pitchFamily="34" charset="0"/>
            </a:endParaRPr>
          </a:p>
        </p:txBody>
      </p:sp>
      <p:sp>
        <p:nvSpPr>
          <p:cNvPr id="4" name="Title 1">
            <a:extLst>
              <a:ext uri="{FF2B5EF4-FFF2-40B4-BE49-F238E27FC236}">
                <a16:creationId xmlns:a16="http://schemas.microsoft.com/office/drawing/2014/main" id="{D6309B9C-1924-4E7A-82A1-DDBA755727BE}"/>
              </a:ext>
            </a:extLst>
          </p:cNvPr>
          <p:cNvSpPr txBox="1">
            <a:spLocks/>
          </p:cNvSpPr>
          <p:nvPr/>
        </p:nvSpPr>
        <p:spPr>
          <a:xfrm>
            <a:off x="1094509" y="1136073"/>
            <a:ext cx="10127673" cy="5394743"/>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50000"/>
              </a:lnSpc>
              <a:buAutoNum type="arabicPeriod"/>
            </a:pPr>
            <a:endParaRPr lang="en-US" sz="1800" b="1" dirty="0">
              <a:latin typeface="Verdana" panose="020B0604030504040204" pitchFamily="34" charset="0"/>
              <a:ea typeface="Verdana" panose="020B0604030504040204" pitchFamily="34" charset="0"/>
            </a:endParaRPr>
          </a:p>
        </p:txBody>
      </p:sp>
      <p:sp>
        <p:nvSpPr>
          <p:cNvPr id="5" name="Title 1">
            <a:extLst>
              <a:ext uri="{FF2B5EF4-FFF2-40B4-BE49-F238E27FC236}">
                <a16:creationId xmlns:a16="http://schemas.microsoft.com/office/drawing/2014/main" id="{56541AD8-9D9B-4D9C-BDFF-103129E96583}"/>
              </a:ext>
            </a:extLst>
          </p:cNvPr>
          <p:cNvSpPr txBox="1">
            <a:spLocks/>
          </p:cNvSpPr>
          <p:nvPr/>
        </p:nvSpPr>
        <p:spPr>
          <a:xfrm>
            <a:off x="1094509" y="1136073"/>
            <a:ext cx="10307782" cy="5549540"/>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sz="1800" b="1" dirty="0" err="1">
                <a:latin typeface="Verdana" panose="020B0604030504040204" pitchFamily="34" charset="0"/>
                <a:ea typeface="Verdana" panose="020B0604030504040204" pitchFamily="34" charset="0"/>
              </a:rPr>
              <a:t>Đối</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với</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công</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việc</a:t>
            </a:r>
            <a:endParaRPr lang="en-US" sz="1800" b="1" dirty="0">
              <a:latin typeface="Verdana" panose="020B0604030504040204" pitchFamily="34" charset="0"/>
              <a:ea typeface="Verdana" panose="020B0604030504040204" pitchFamily="34" charset="0"/>
            </a:endParaRPr>
          </a:p>
          <a:p>
            <a:pPr marL="285750" indent="-285750">
              <a:lnSpc>
                <a:spcPct val="150000"/>
              </a:lnSpc>
              <a:buFont typeface="Wingdings" panose="05000000000000000000" pitchFamily="2" charset="2"/>
              <a:buChar char="Ø"/>
            </a:pPr>
            <a:r>
              <a:rPr lang="en-US" sz="1800" dirty="0" err="1">
                <a:latin typeface="Verdana" panose="020B0604030504040204" pitchFamily="34" charset="0"/>
                <a:ea typeface="Verdana" panose="020B0604030504040204" pitchFamily="34" charset="0"/>
              </a:rPr>
              <a:t>Xác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định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mức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độ</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quản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lý</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việc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thúc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đẩy</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và</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nhìn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lại</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những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gì</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cần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cải</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tiến</a:t>
            </a:r>
            <a:endParaRPr lang="en-US" sz="1800" dirty="0">
              <a:latin typeface="Verdana" panose="020B0604030504040204" pitchFamily="34" charset="0"/>
              <a:ea typeface="Verdana" panose="020B0604030504040204" pitchFamily="34" charset="0"/>
            </a:endParaRPr>
          </a:p>
          <a:p>
            <a:pPr marL="285750" indent="-285750">
              <a:lnSpc>
                <a:spcPct val="150000"/>
              </a:lnSpc>
              <a:buFont typeface="Wingdings" panose="05000000000000000000" pitchFamily="2" charset="2"/>
              <a:buChar char="Ø"/>
            </a:pPr>
            <a:r>
              <a:rPr lang="en-US" sz="1800" dirty="0" err="1">
                <a:latin typeface="Verdana" panose="020B0604030504040204" pitchFamily="34" charset="0"/>
                <a:ea typeface="Verdana" panose="020B0604030504040204" pitchFamily="34" charset="0"/>
              </a:rPr>
              <a:t>Quản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lý</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việc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phải</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xác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định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được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mức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độ</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đóng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góp</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của</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mỗi</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nhân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viên</a:t>
            </a:r>
            <a:endParaRPr lang="en-US" sz="1800" dirty="0">
              <a:latin typeface="Verdana" panose="020B0604030504040204" pitchFamily="34" charset="0"/>
              <a:ea typeface="Verdana" panose="020B0604030504040204" pitchFamily="34" charset="0"/>
            </a:endParaRPr>
          </a:p>
          <a:p>
            <a:pPr marL="285750" indent="-285750">
              <a:lnSpc>
                <a:spcPct val="150000"/>
              </a:lnSpc>
              <a:buFont typeface="Wingdings" panose="05000000000000000000" pitchFamily="2" charset="2"/>
              <a:buChar char="Ø"/>
            </a:pPr>
            <a:r>
              <a:rPr lang="en-US" sz="1800" dirty="0" err="1">
                <a:latin typeface="Verdana" panose="020B0604030504040204" pitchFamily="34" charset="0"/>
                <a:ea typeface="Verdana" panose="020B0604030504040204" pitchFamily="34" charset="0"/>
              </a:rPr>
              <a:t>Phân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bổ</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nguồn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lực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tận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dụng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tối</a:t>
            </a:r>
            <a:r>
              <a:rPr lang="en-US" sz="1800" dirty="0">
                <a:latin typeface="Verdana" panose="020B0604030504040204" pitchFamily="34" charset="0"/>
                <a:ea typeface="Verdana" panose="020B0604030504040204" pitchFamily="34" charset="0"/>
              </a:rPr>
              <a:t> ta </a:t>
            </a:r>
            <a:r>
              <a:rPr lang="en-US" sz="1800" dirty="0" err="1">
                <a:latin typeface="Verdana" panose="020B0604030504040204" pitchFamily="34" charset="0"/>
                <a:ea typeface="Verdana" panose="020B0604030504040204" pitchFamily="34" charset="0"/>
              </a:rPr>
              <a:t>nguồn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lực</a:t>
            </a:r>
            <a:endParaRPr lang="en-US" sz="1800" dirty="0">
              <a:latin typeface="Verdana" panose="020B0604030504040204" pitchFamily="34" charset="0"/>
              <a:ea typeface="Verdana" panose="020B0604030504040204" pitchFamily="34" charset="0"/>
            </a:endParaRPr>
          </a:p>
          <a:p>
            <a:pPr>
              <a:lnSpc>
                <a:spcPct val="150000"/>
              </a:lnSpc>
            </a:pPr>
            <a:r>
              <a:rPr lang="en-US" sz="1800" b="1" dirty="0" err="1">
                <a:latin typeface="Verdana" panose="020B0604030504040204" pitchFamily="34" charset="0"/>
                <a:ea typeface="Verdana" panose="020B0604030504040204" pitchFamily="34" charset="0"/>
              </a:rPr>
              <a:t>Đối</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với</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đánh</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giá</a:t>
            </a:r>
            <a:endParaRPr lang="en-US" sz="1800" b="1" dirty="0">
              <a:latin typeface="Verdana" panose="020B0604030504040204" pitchFamily="34" charset="0"/>
              <a:ea typeface="Verdana" panose="020B0604030504040204" pitchFamily="34" charset="0"/>
            </a:endParaRPr>
          </a:p>
          <a:p>
            <a:pPr marL="285750" indent="-285750">
              <a:lnSpc>
                <a:spcPct val="150000"/>
              </a:lnSpc>
              <a:buFont typeface="Wingdings" panose="05000000000000000000" pitchFamily="2" charset="2"/>
              <a:buChar char="Ø"/>
            </a:pPr>
            <a:r>
              <a:rPr lang="en-US" sz="1800" dirty="0" err="1">
                <a:latin typeface="Verdana" panose="020B0604030504040204" pitchFamily="34" charset="0"/>
                <a:ea typeface="Verdana" panose="020B0604030504040204" pitchFamily="34" charset="0"/>
              </a:rPr>
              <a:t>Đánh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giá</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theo</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nhiều</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tiêu</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chí</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trong</a:t>
            </a:r>
            <a:r>
              <a:rPr lang="en-US" sz="1800" dirty="0">
                <a:latin typeface="Verdana" panose="020B0604030504040204" pitchFamily="34" charset="0"/>
                <a:ea typeface="Verdana" panose="020B0604030504040204" pitchFamily="34" charset="0"/>
              </a:rPr>
              <a:t> 3 </a:t>
            </a:r>
            <a:r>
              <a:rPr lang="en-US" sz="1800" dirty="0" err="1">
                <a:latin typeface="Verdana" panose="020B0604030504040204" pitchFamily="34" charset="0"/>
                <a:ea typeface="Verdana" panose="020B0604030504040204" pitchFamily="34" charset="0"/>
              </a:rPr>
              <a:t>chỉ</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tiêu</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phòng</a:t>
            </a:r>
            <a:r>
              <a:rPr lang="en-US" sz="1800" dirty="0">
                <a:latin typeface="Verdana" panose="020B0604030504040204" pitchFamily="34" charset="0"/>
                <a:ea typeface="Verdana" panose="020B0604030504040204" pitchFamily="34" charset="0"/>
              </a:rPr>
              <a:t> ban, </a:t>
            </a:r>
            <a:r>
              <a:rPr lang="en-US" sz="1800" dirty="0" err="1">
                <a:latin typeface="Verdana" panose="020B0604030504040204" pitchFamily="34" charset="0"/>
                <a:ea typeface="Verdana" panose="020B0604030504040204" pitchFamily="34" charset="0"/>
              </a:rPr>
              <a:t>thường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xuyên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đột</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xuất</a:t>
            </a:r>
            <a:r>
              <a:rPr lang="en-US" sz="1800" dirty="0">
                <a:latin typeface="Verdana" panose="020B0604030504040204" pitchFamily="34" charset="0"/>
                <a:ea typeface="Verdana" panose="020B0604030504040204" pitchFamily="34" charset="0"/>
              </a:rPr>
              <a:t>.</a:t>
            </a:r>
          </a:p>
          <a:p>
            <a:pPr marL="285750" indent="-285750">
              <a:lnSpc>
                <a:spcPct val="150000"/>
              </a:lnSpc>
              <a:buFont typeface="Wingdings" panose="05000000000000000000" pitchFamily="2" charset="2"/>
              <a:buChar char="Ø"/>
            </a:pPr>
            <a:r>
              <a:rPr lang="en-US" sz="1800" dirty="0" err="1">
                <a:latin typeface="Verdana" panose="020B0604030504040204" pitchFamily="34" charset="0"/>
                <a:ea typeface="Verdana" panose="020B0604030504040204" pitchFamily="34" charset="0"/>
              </a:rPr>
              <a:t>Đánh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giá</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theo</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tháng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và</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tổng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hợp</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theo</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chỉ</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số</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tháng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và</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chỉ</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số</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năm</a:t>
            </a:r>
            <a:endParaRPr lang="en-US" sz="1800" dirty="0">
              <a:latin typeface="Verdana" panose="020B0604030504040204" pitchFamily="34" charset="0"/>
              <a:ea typeface="Verdana" panose="020B0604030504040204" pitchFamily="34" charset="0"/>
            </a:endParaRPr>
          </a:p>
          <a:p>
            <a:pPr marL="285750" indent="-285750">
              <a:lnSpc>
                <a:spcPct val="150000"/>
              </a:lnSpc>
              <a:buFont typeface="Wingdings" panose="05000000000000000000" pitchFamily="2" charset="2"/>
              <a:buChar char="Ø"/>
            </a:pPr>
            <a:r>
              <a:rPr lang="en-US" sz="1800" dirty="0" err="1">
                <a:latin typeface="Verdana" panose="020B0604030504040204" pitchFamily="34" charset="0"/>
                <a:ea typeface="Verdana" panose="020B0604030504040204" pitchFamily="34" charset="0"/>
              </a:rPr>
              <a:t>Tính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toán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hệ</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số</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đánh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giá</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nếu</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có</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thay</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đổi</a:t>
            </a:r>
            <a:endParaRPr lang="en-US" sz="1800" dirty="0">
              <a:latin typeface="Verdana" panose="020B0604030504040204" pitchFamily="34" charset="0"/>
              <a:ea typeface="Verdana" panose="020B0604030504040204" pitchFamily="34" charset="0"/>
            </a:endParaRPr>
          </a:p>
          <a:p>
            <a:pPr marL="285750" indent="-285750">
              <a:lnSpc>
                <a:spcPct val="150000"/>
              </a:lnSpc>
              <a:buFont typeface="Wingdings" panose="05000000000000000000" pitchFamily="2" charset="2"/>
              <a:buChar char="Ø"/>
            </a:pPr>
            <a:r>
              <a:rPr lang="en-US" sz="1800" dirty="0" err="1">
                <a:latin typeface="Verdana" panose="020B0604030504040204" pitchFamily="34" charset="0"/>
                <a:ea typeface="Verdana" panose="020B0604030504040204" pitchFamily="34" charset="0"/>
              </a:rPr>
              <a:t>Thúc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đẩy</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tiến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độ</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dự</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án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hệ</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số</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dự</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án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dựa</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trên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tỷ</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lệ</a:t>
            </a:r>
            <a:r>
              <a:rPr lang="en-US" sz="1800" dirty="0">
                <a:latin typeface="Verdana" panose="020B0604030504040204" pitchFamily="34" charset="0"/>
                <a:ea typeface="Verdana" panose="020B0604030504040204" pitchFamily="34" charset="0"/>
              </a:rPr>
              <a:t> completeness)</a:t>
            </a:r>
          </a:p>
          <a:p>
            <a:pPr>
              <a:lnSpc>
                <a:spcPct val="150000"/>
              </a:lnSpc>
            </a:pPr>
            <a:r>
              <a:rPr lang="en-US" sz="1800" b="1" dirty="0" err="1">
                <a:latin typeface="Verdana" panose="020B0604030504040204" pitchFamily="34" charset="0"/>
                <a:ea typeface="Verdana" panose="020B0604030504040204" pitchFamily="34" charset="0"/>
              </a:rPr>
              <a:t>Đối</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với</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tính</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khoán</a:t>
            </a:r>
            <a:endParaRPr lang="en-US" sz="1800" b="1" dirty="0">
              <a:latin typeface="Verdana" panose="020B0604030504040204" pitchFamily="34" charset="0"/>
              <a:ea typeface="Verdana" panose="020B0604030504040204" pitchFamily="34" charset="0"/>
            </a:endParaRPr>
          </a:p>
          <a:p>
            <a:pPr>
              <a:lnSpc>
                <a:spcPct val="150000"/>
              </a:lnSpc>
            </a:pPr>
            <a:r>
              <a:rPr lang="en-US" sz="1800" dirty="0" err="1">
                <a:latin typeface="Verdana" panose="020B0604030504040204" pitchFamily="34" charset="0"/>
                <a:ea typeface="Verdana" panose="020B0604030504040204" pitchFamily="34" charset="0"/>
              </a:rPr>
              <a:t>Thống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kê</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và</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dự</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kiến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khoán</a:t>
            </a:r>
            <a:endParaRPr lang="en-US" sz="1800" dirty="0">
              <a:latin typeface="Verdana" panose="020B0604030504040204" pitchFamily="34" charset="0"/>
              <a:ea typeface="Verdana" panose="020B0604030504040204" pitchFamily="34" charset="0"/>
            </a:endParaRPr>
          </a:p>
          <a:p>
            <a:pPr>
              <a:lnSpc>
                <a:spcPct val="150000"/>
              </a:lnSpc>
            </a:pPr>
            <a:r>
              <a:rPr lang="en-US" sz="1800" dirty="0" err="1">
                <a:latin typeface="Verdana" panose="020B0604030504040204" pitchFamily="34" charset="0"/>
                <a:ea typeface="Verdana" panose="020B0604030504040204" pitchFamily="34" charset="0"/>
              </a:rPr>
              <a:t>Cơ</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sở</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tính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và</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dự</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toán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quỹ</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lương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thu</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nhập</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chung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của</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công</a:t>
            </a:r>
            <a:r>
              <a:rPr lang="en-US" sz="1800" dirty="0">
                <a:latin typeface="Verdana" panose="020B0604030504040204" pitchFamily="34" charset="0"/>
                <a:ea typeface="Verdana" panose="020B0604030504040204" pitchFamily="34" charset="0"/>
              </a:rPr>
              <a:t> ty.</a:t>
            </a:r>
          </a:p>
          <a:p>
            <a:pPr>
              <a:lnSpc>
                <a:spcPct val="150000"/>
              </a:lnSpc>
            </a:pPr>
            <a:endParaRPr lang="en-US" sz="1800" dirty="0">
              <a:latin typeface="Verdana" panose="020B0604030504040204" pitchFamily="34" charset="0"/>
              <a:ea typeface="Verdana" panose="020B0604030504040204" pitchFamily="34" charset="0"/>
            </a:endParaRPr>
          </a:p>
          <a:p>
            <a:pPr>
              <a:lnSpc>
                <a:spcPct val="150000"/>
              </a:lnSpc>
            </a:pPr>
            <a:endParaRPr lang="en-US" sz="18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4361695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1333896" y="327184"/>
            <a:ext cx="9888286" cy="492443"/>
          </a:xfrm>
          <a:prstGeom prst="rect">
            <a:avLst/>
          </a:prstGeom>
        </p:spPr>
        <p:txBody>
          <a:bodyPr wrap="square">
            <a:spAutoFit/>
          </a:bodyPr>
          <a:lstStyle/>
          <a:p>
            <a:r>
              <a:rPr lang="en-US" sz="2600" b="1" dirty="0">
                <a:solidFill>
                  <a:schemeClr val="bg1"/>
                </a:solidFill>
                <a:latin typeface="Verdana" panose="020B0604030504040204" pitchFamily="34" charset="0"/>
                <a:ea typeface="Verdana" panose="020B0604030504040204" pitchFamily="34" charset="0"/>
              </a:rPr>
              <a:t>5. </a:t>
            </a:r>
            <a:r>
              <a:rPr lang="en-US" sz="2600" b="1" dirty="0" err="1">
                <a:solidFill>
                  <a:schemeClr val="bg1"/>
                </a:solidFill>
                <a:latin typeface="Verdana" panose="020B0604030504040204" pitchFamily="34" charset="0"/>
                <a:ea typeface="Verdana" panose="020B0604030504040204" pitchFamily="34" charset="0"/>
              </a:rPr>
              <a:t>Đóng</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góp</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phát</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triển</a:t>
            </a:r>
            <a:endParaRPr lang="en-US" sz="2600" b="1" dirty="0">
              <a:solidFill>
                <a:schemeClr val="bg1"/>
              </a:solidFill>
              <a:latin typeface="Verdana" panose="020B0604030504040204" pitchFamily="34" charset="0"/>
              <a:ea typeface="Verdana" panose="020B0604030504040204" pitchFamily="34" charset="0"/>
            </a:endParaRPr>
          </a:p>
        </p:txBody>
      </p:sp>
      <p:sp>
        <p:nvSpPr>
          <p:cNvPr id="4" name="Title 1">
            <a:extLst>
              <a:ext uri="{FF2B5EF4-FFF2-40B4-BE49-F238E27FC236}">
                <a16:creationId xmlns:a16="http://schemas.microsoft.com/office/drawing/2014/main" id="{D6309B9C-1924-4E7A-82A1-DDBA755727BE}"/>
              </a:ext>
            </a:extLst>
          </p:cNvPr>
          <p:cNvSpPr txBox="1">
            <a:spLocks/>
          </p:cNvSpPr>
          <p:nvPr/>
        </p:nvSpPr>
        <p:spPr>
          <a:xfrm>
            <a:off x="1094509" y="1136073"/>
            <a:ext cx="10127673" cy="5394743"/>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50000"/>
              </a:lnSpc>
              <a:buAutoNum type="arabicPeriod"/>
            </a:pPr>
            <a:endParaRPr lang="en-US" sz="1800" b="1" dirty="0">
              <a:latin typeface="Verdana" panose="020B0604030504040204" pitchFamily="34" charset="0"/>
              <a:ea typeface="Verdana" panose="020B0604030504040204" pitchFamily="34" charset="0"/>
            </a:endParaRPr>
          </a:p>
        </p:txBody>
      </p:sp>
      <p:sp>
        <p:nvSpPr>
          <p:cNvPr id="5" name="Title 1">
            <a:extLst>
              <a:ext uri="{FF2B5EF4-FFF2-40B4-BE49-F238E27FC236}">
                <a16:creationId xmlns:a16="http://schemas.microsoft.com/office/drawing/2014/main" id="{56541AD8-9D9B-4D9C-BDFF-103129E96583}"/>
              </a:ext>
            </a:extLst>
          </p:cNvPr>
          <p:cNvSpPr txBox="1">
            <a:spLocks/>
          </p:cNvSpPr>
          <p:nvPr/>
        </p:nvSpPr>
        <p:spPr>
          <a:xfrm>
            <a:off x="1094509" y="1136073"/>
            <a:ext cx="10307782" cy="5549540"/>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250000"/>
              </a:lnSpc>
            </a:pPr>
            <a:r>
              <a:rPr lang="en-US" sz="1800" b="1" dirty="0" err="1">
                <a:latin typeface="Verdana" panose="020B0604030504040204" pitchFamily="34" charset="0"/>
                <a:ea typeface="Verdana" panose="020B0604030504040204" pitchFamily="34" charset="0"/>
              </a:rPr>
              <a:t>Quản</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lý</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công</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việc</a:t>
            </a:r>
            <a:endParaRPr lang="en-US" sz="1800" b="1" dirty="0">
              <a:latin typeface="Verdana" panose="020B0604030504040204" pitchFamily="34" charset="0"/>
              <a:ea typeface="Verdana" panose="020B0604030504040204" pitchFamily="34" charset="0"/>
            </a:endParaRPr>
          </a:p>
          <a:p>
            <a:pPr marL="342900" indent="-342900">
              <a:lnSpc>
                <a:spcPct val="250000"/>
              </a:lnSpc>
              <a:buFont typeface="+mj-lt"/>
              <a:buAutoNum type="arabicPeriod"/>
            </a:pPr>
            <a:r>
              <a:rPr lang="en-US" sz="1800" dirty="0" err="1">
                <a:latin typeface="Verdana" panose="020B0604030504040204" pitchFamily="34" charset="0"/>
                <a:ea typeface="Verdana" panose="020B0604030504040204" pitchFamily="34" charset="0"/>
              </a:rPr>
              <a:t>Đưa</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mô</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hình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raci</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vào</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quản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lý</a:t>
            </a:r>
            <a:endParaRPr lang="en-US" sz="1800" dirty="0">
              <a:latin typeface="Verdana" panose="020B0604030504040204" pitchFamily="34" charset="0"/>
              <a:ea typeface="Verdana" panose="020B0604030504040204" pitchFamily="34" charset="0"/>
            </a:endParaRPr>
          </a:p>
          <a:p>
            <a:pPr marL="342900" indent="-342900">
              <a:lnSpc>
                <a:spcPct val="250000"/>
              </a:lnSpc>
              <a:buFont typeface="+mj-lt"/>
              <a:buAutoNum type="arabicPeriod"/>
            </a:pPr>
            <a:r>
              <a:rPr lang="en-US" sz="1800" dirty="0" err="1">
                <a:latin typeface="Verdana" panose="020B0604030504040204" pitchFamily="34" charset="0"/>
                <a:ea typeface="Verdana" panose="020B0604030504040204" pitchFamily="34" charset="0"/>
              </a:rPr>
              <a:t>Quản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lý</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giai</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đoạn</a:t>
            </a:r>
            <a:endParaRPr lang="en-US" sz="1800" dirty="0">
              <a:latin typeface="Verdana" panose="020B0604030504040204" pitchFamily="34" charset="0"/>
              <a:ea typeface="Verdana" panose="020B0604030504040204" pitchFamily="34" charset="0"/>
            </a:endParaRPr>
          </a:p>
          <a:p>
            <a:pPr marL="342900" indent="-342900">
              <a:lnSpc>
                <a:spcPct val="250000"/>
              </a:lnSpc>
              <a:buFont typeface="+mj-lt"/>
              <a:buAutoNum type="arabicPeriod"/>
            </a:pPr>
            <a:r>
              <a:rPr lang="en-US" sz="1800" dirty="0" err="1">
                <a:latin typeface="Verdana" panose="020B0604030504040204" pitchFamily="34" charset="0"/>
                <a:ea typeface="Verdana" panose="020B0604030504040204" pitchFamily="34" charset="0"/>
              </a:rPr>
              <a:t>Quản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lý</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nhóm</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việc</a:t>
            </a:r>
            <a:endParaRPr lang="en-US" sz="1800" dirty="0">
              <a:latin typeface="Verdana" panose="020B0604030504040204" pitchFamily="34" charset="0"/>
              <a:ea typeface="Verdana" panose="020B0604030504040204" pitchFamily="34" charset="0"/>
            </a:endParaRPr>
          </a:p>
          <a:p>
            <a:pPr marL="342900" indent="-342900">
              <a:lnSpc>
                <a:spcPct val="250000"/>
              </a:lnSpc>
              <a:buFont typeface="+mj-lt"/>
              <a:buAutoNum type="arabicPeriod"/>
            </a:pPr>
            <a:r>
              <a:rPr lang="en-US" sz="1800" dirty="0" err="1">
                <a:latin typeface="Verdana" panose="020B0604030504040204" pitchFamily="34" charset="0"/>
                <a:ea typeface="Verdana" panose="020B0604030504040204" pitchFamily="34" charset="0"/>
              </a:rPr>
              <a:t>Cảnh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báo</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báo</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các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nhân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viên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có</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độ</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bussy</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thấp</a:t>
            </a:r>
            <a:endParaRPr lang="en-US" sz="18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6155565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1333896" y="327184"/>
            <a:ext cx="9888286" cy="492443"/>
          </a:xfrm>
          <a:prstGeom prst="rect">
            <a:avLst/>
          </a:prstGeom>
        </p:spPr>
        <p:txBody>
          <a:bodyPr wrap="square">
            <a:spAutoFit/>
          </a:bodyPr>
          <a:lstStyle/>
          <a:p>
            <a:r>
              <a:rPr lang="en-US" sz="2600" b="1" dirty="0">
                <a:solidFill>
                  <a:schemeClr val="bg1"/>
                </a:solidFill>
                <a:latin typeface="Verdana" panose="020B0604030504040204" pitchFamily="34" charset="0"/>
                <a:ea typeface="Verdana" panose="020B0604030504040204" pitchFamily="34" charset="0"/>
              </a:rPr>
              <a:t>5. </a:t>
            </a:r>
            <a:r>
              <a:rPr lang="en-US" sz="2600" b="1" dirty="0" err="1">
                <a:solidFill>
                  <a:schemeClr val="bg1"/>
                </a:solidFill>
                <a:latin typeface="Verdana" panose="020B0604030504040204" pitchFamily="34" charset="0"/>
                <a:ea typeface="Verdana" panose="020B0604030504040204" pitchFamily="34" charset="0"/>
              </a:rPr>
              <a:t>Đóng</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góp</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phát</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triển</a:t>
            </a:r>
            <a:endParaRPr lang="en-US" sz="2600" b="1" dirty="0">
              <a:solidFill>
                <a:schemeClr val="bg1"/>
              </a:solidFill>
              <a:latin typeface="Verdana" panose="020B0604030504040204" pitchFamily="34" charset="0"/>
              <a:ea typeface="Verdana" panose="020B0604030504040204" pitchFamily="34" charset="0"/>
            </a:endParaRPr>
          </a:p>
        </p:txBody>
      </p:sp>
      <p:sp>
        <p:nvSpPr>
          <p:cNvPr id="4" name="Title 1">
            <a:extLst>
              <a:ext uri="{FF2B5EF4-FFF2-40B4-BE49-F238E27FC236}">
                <a16:creationId xmlns:a16="http://schemas.microsoft.com/office/drawing/2014/main" id="{D6309B9C-1924-4E7A-82A1-DDBA755727BE}"/>
              </a:ext>
            </a:extLst>
          </p:cNvPr>
          <p:cNvSpPr txBox="1">
            <a:spLocks/>
          </p:cNvSpPr>
          <p:nvPr/>
        </p:nvSpPr>
        <p:spPr>
          <a:xfrm>
            <a:off x="1094509" y="1136073"/>
            <a:ext cx="10127673" cy="5394743"/>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50000"/>
              </a:lnSpc>
              <a:buAutoNum type="arabicPeriod"/>
            </a:pPr>
            <a:endParaRPr lang="en-US" sz="1800" b="1" dirty="0">
              <a:latin typeface="Verdana" panose="020B0604030504040204" pitchFamily="34" charset="0"/>
              <a:ea typeface="Verdana" panose="020B0604030504040204" pitchFamily="34" charset="0"/>
            </a:endParaRPr>
          </a:p>
        </p:txBody>
      </p:sp>
      <p:sp>
        <p:nvSpPr>
          <p:cNvPr id="5" name="Title 1">
            <a:extLst>
              <a:ext uri="{FF2B5EF4-FFF2-40B4-BE49-F238E27FC236}">
                <a16:creationId xmlns:a16="http://schemas.microsoft.com/office/drawing/2014/main" id="{56541AD8-9D9B-4D9C-BDFF-103129E96583}"/>
              </a:ext>
            </a:extLst>
          </p:cNvPr>
          <p:cNvSpPr txBox="1">
            <a:spLocks/>
          </p:cNvSpPr>
          <p:nvPr/>
        </p:nvSpPr>
        <p:spPr>
          <a:xfrm>
            <a:off x="1094509" y="1136073"/>
            <a:ext cx="10307782" cy="5549540"/>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250000"/>
              </a:lnSpc>
            </a:pPr>
            <a:r>
              <a:rPr lang="en-US" sz="1800" b="1" dirty="0" err="1">
                <a:latin typeface="Verdana" panose="020B0604030504040204" pitchFamily="34" charset="0"/>
                <a:ea typeface="Verdana" panose="020B0604030504040204" pitchFamily="34" charset="0"/>
              </a:rPr>
              <a:t>Quản</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lý</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đánh</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giá</a:t>
            </a:r>
            <a:endParaRPr lang="en-US" sz="1800" b="1" dirty="0">
              <a:latin typeface="Verdana" panose="020B0604030504040204" pitchFamily="34" charset="0"/>
              <a:ea typeface="Verdana" panose="020B0604030504040204" pitchFamily="34" charset="0"/>
            </a:endParaRPr>
          </a:p>
          <a:p>
            <a:pPr marL="342900" indent="-342900">
              <a:lnSpc>
                <a:spcPct val="250000"/>
              </a:lnSpc>
              <a:buFont typeface="+mj-lt"/>
              <a:buAutoNum type="arabicPeriod"/>
            </a:pPr>
            <a:r>
              <a:rPr lang="en-US" sz="1800" dirty="0" err="1">
                <a:latin typeface="Verdana" panose="020B0604030504040204" pitchFamily="34" charset="0"/>
                <a:ea typeface="Verdana" panose="020B0604030504040204" pitchFamily="34" charset="0"/>
              </a:rPr>
              <a:t>Phát</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triển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hệ</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thống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đánh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giá</a:t>
            </a:r>
            <a:r>
              <a:rPr lang="en-US" sz="1800" dirty="0">
                <a:latin typeface="Verdana" panose="020B0604030504040204" pitchFamily="34" charset="0"/>
                <a:ea typeface="Verdana" panose="020B0604030504040204" pitchFamily="34" charset="0"/>
              </a:rPr>
              <a:t> </a:t>
            </a:r>
          </a:p>
          <a:p>
            <a:pPr marL="342900" indent="-342900">
              <a:lnSpc>
                <a:spcPct val="250000"/>
              </a:lnSpc>
              <a:buFont typeface="+mj-lt"/>
              <a:buAutoNum type="arabicPeriod"/>
            </a:pPr>
            <a:r>
              <a:rPr lang="en-US" sz="1800" dirty="0" err="1">
                <a:latin typeface="Verdana" panose="020B0604030504040204" pitchFamily="34" charset="0"/>
                <a:ea typeface="Verdana" panose="020B0604030504040204" pitchFamily="34" charset="0"/>
              </a:rPr>
              <a:t>Đánh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giá</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theo</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nhiều</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tiêu</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chí</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và</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có</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định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lượng</a:t>
            </a:r>
            <a:endParaRPr lang="en-US" sz="1800" dirty="0">
              <a:latin typeface="Verdana" panose="020B0604030504040204" pitchFamily="34" charset="0"/>
              <a:ea typeface="Verdana" panose="020B0604030504040204" pitchFamily="34" charset="0"/>
            </a:endParaRPr>
          </a:p>
          <a:p>
            <a:pPr marL="342900" indent="-342900">
              <a:lnSpc>
                <a:spcPct val="250000"/>
              </a:lnSpc>
              <a:buFont typeface="+mj-lt"/>
              <a:buAutoNum type="arabicPeriod"/>
            </a:pPr>
            <a:r>
              <a:rPr lang="en-US" sz="1800" dirty="0" err="1">
                <a:latin typeface="Verdana" panose="020B0604030504040204" pitchFamily="34" charset="0"/>
                <a:ea typeface="Verdana" panose="020B0604030504040204" pitchFamily="34" charset="0"/>
              </a:rPr>
              <a:t>Đánh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giá</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tổng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hợp</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theo</a:t>
            </a:r>
            <a:r>
              <a:rPr lang="en-US" sz="1800" dirty="0">
                <a:latin typeface="Verdana" panose="020B0604030504040204" pitchFamily="34" charset="0"/>
                <a:ea typeface="Verdana" panose="020B0604030504040204" pitchFamily="34" charset="0"/>
              </a:rPr>
              <a:t> chu </a:t>
            </a:r>
            <a:r>
              <a:rPr lang="en-US" sz="1800" dirty="0" err="1">
                <a:latin typeface="Verdana" panose="020B0604030504040204" pitchFamily="34" charset="0"/>
                <a:ea typeface="Verdana" panose="020B0604030504040204" pitchFamily="34" charset="0"/>
              </a:rPr>
              <a:t>kỳ</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và</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số</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cuối</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năm</a:t>
            </a:r>
            <a:endParaRPr lang="en-US" sz="1800" dirty="0">
              <a:latin typeface="Verdana" panose="020B0604030504040204" pitchFamily="34" charset="0"/>
              <a:ea typeface="Verdana" panose="020B0604030504040204" pitchFamily="34" charset="0"/>
            </a:endParaRPr>
          </a:p>
          <a:p>
            <a:pPr marL="342900" indent="-342900">
              <a:lnSpc>
                <a:spcPct val="250000"/>
              </a:lnSpc>
              <a:buFont typeface="+mj-lt"/>
              <a:buAutoNum type="arabicPeriod"/>
            </a:pPr>
            <a:r>
              <a:rPr lang="en-US" sz="1800" dirty="0" err="1">
                <a:latin typeface="Verdana" panose="020B0604030504040204" pitchFamily="34" charset="0"/>
                <a:ea typeface="Verdana" panose="020B0604030504040204" pitchFamily="34" charset="0"/>
              </a:rPr>
              <a:t>Phân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loại</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đánh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giá</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từng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đối</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tượng</a:t>
            </a:r>
            <a:endParaRPr lang="en-US" sz="18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8534731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1333896" y="327184"/>
            <a:ext cx="9888286" cy="492443"/>
          </a:xfrm>
          <a:prstGeom prst="rect">
            <a:avLst/>
          </a:prstGeom>
        </p:spPr>
        <p:txBody>
          <a:bodyPr wrap="square">
            <a:spAutoFit/>
          </a:bodyPr>
          <a:lstStyle/>
          <a:p>
            <a:r>
              <a:rPr lang="en-US" sz="2600" b="1" dirty="0">
                <a:solidFill>
                  <a:schemeClr val="bg1"/>
                </a:solidFill>
                <a:latin typeface="Verdana" panose="020B0604030504040204" pitchFamily="34" charset="0"/>
                <a:ea typeface="Verdana" panose="020B0604030504040204" pitchFamily="34" charset="0"/>
              </a:rPr>
              <a:t>5. </a:t>
            </a:r>
            <a:r>
              <a:rPr lang="en-US" sz="2600" b="1" dirty="0" err="1">
                <a:solidFill>
                  <a:schemeClr val="bg1"/>
                </a:solidFill>
                <a:latin typeface="Verdana" panose="020B0604030504040204" pitchFamily="34" charset="0"/>
                <a:ea typeface="Verdana" panose="020B0604030504040204" pitchFamily="34" charset="0"/>
              </a:rPr>
              <a:t>Đóng</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góp</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phát</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triển</a:t>
            </a:r>
            <a:endParaRPr lang="en-US" sz="2600" b="1" dirty="0">
              <a:solidFill>
                <a:schemeClr val="bg1"/>
              </a:solidFill>
              <a:latin typeface="Verdana" panose="020B0604030504040204" pitchFamily="34" charset="0"/>
              <a:ea typeface="Verdana" panose="020B0604030504040204" pitchFamily="34" charset="0"/>
            </a:endParaRPr>
          </a:p>
        </p:txBody>
      </p:sp>
      <p:sp>
        <p:nvSpPr>
          <p:cNvPr id="4" name="Title 1">
            <a:extLst>
              <a:ext uri="{FF2B5EF4-FFF2-40B4-BE49-F238E27FC236}">
                <a16:creationId xmlns:a16="http://schemas.microsoft.com/office/drawing/2014/main" id="{D6309B9C-1924-4E7A-82A1-DDBA755727BE}"/>
              </a:ext>
            </a:extLst>
          </p:cNvPr>
          <p:cNvSpPr txBox="1">
            <a:spLocks/>
          </p:cNvSpPr>
          <p:nvPr/>
        </p:nvSpPr>
        <p:spPr>
          <a:xfrm>
            <a:off x="1094509" y="1136073"/>
            <a:ext cx="10127673" cy="5394743"/>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50000"/>
              </a:lnSpc>
              <a:buAutoNum type="arabicPeriod"/>
            </a:pPr>
            <a:endParaRPr lang="en-US" sz="1800" b="1" dirty="0">
              <a:latin typeface="Verdana" panose="020B0604030504040204" pitchFamily="34" charset="0"/>
              <a:ea typeface="Verdana" panose="020B0604030504040204" pitchFamily="34" charset="0"/>
            </a:endParaRPr>
          </a:p>
        </p:txBody>
      </p:sp>
      <p:sp>
        <p:nvSpPr>
          <p:cNvPr id="5" name="Title 1">
            <a:extLst>
              <a:ext uri="{FF2B5EF4-FFF2-40B4-BE49-F238E27FC236}">
                <a16:creationId xmlns:a16="http://schemas.microsoft.com/office/drawing/2014/main" id="{56541AD8-9D9B-4D9C-BDFF-103129E96583}"/>
              </a:ext>
            </a:extLst>
          </p:cNvPr>
          <p:cNvSpPr txBox="1">
            <a:spLocks/>
          </p:cNvSpPr>
          <p:nvPr/>
        </p:nvSpPr>
        <p:spPr>
          <a:xfrm>
            <a:off x="1094509" y="1136073"/>
            <a:ext cx="10307782" cy="5549540"/>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250000"/>
              </a:lnSpc>
            </a:pPr>
            <a:r>
              <a:rPr lang="en-US" sz="1800" b="1" dirty="0" err="1">
                <a:latin typeface="Verdana" panose="020B0604030504040204" pitchFamily="34" charset="0"/>
                <a:ea typeface="Verdana" panose="020B0604030504040204" pitchFamily="34" charset="0"/>
              </a:rPr>
              <a:t>Tính</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khoán</a:t>
            </a:r>
            <a:endParaRPr lang="en-US" sz="1800" b="1" dirty="0">
              <a:latin typeface="Verdana" panose="020B0604030504040204" pitchFamily="34" charset="0"/>
              <a:ea typeface="Verdana" panose="020B0604030504040204" pitchFamily="34" charset="0"/>
            </a:endParaRPr>
          </a:p>
          <a:p>
            <a:pPr marL="342900" indent="-342900">
              <a:lnSpc>
                <a:spcPct val="250000"/>
              </a:lnSpc>
              <a:buFont typeface="+mj-lt"/>
              <a:buAutoNum type="arabicPeriod"/>
            </a:pPr>
            <a:r>
              <a:rPr lang="en-US" sz="1800" dirty="0" err="1">
                <a:latin typeface="Verdana" panose="020B0604030504040204" pitchFamily="34" charset="0"/>
                <a:ea typeface="Verdana" panose="020B0604030504040204" pitchFamily="34" charset="0"/>
              </a:rPr>
              <a:t>Đề</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xuất</a:t>
            </a:r>
            <a:r>
              <a:rPr lang="en-US" sz="1800" dirty="0">
                <a:latin typeface="Verdana" panose="020B0604030504040204" pitchFamily="34" charset="0"/>
                <a:ea typeface="Verdana" panose="020B0604030504040204" pitchFamily="34" charset="0"/>
              </a:rPr>
              <a:t> chi </a:t>
            </a:r>
            <a:r>
              <a:rPr lang="en-US" sz="1800" dirty="0" err="1">
                <a:latin typeface="Verdana" panose="020B0604030504040204" pitchFamily="34" charset="0"/>
                <a:ea typeface="Verdana" panose="020B0604030504040204" pitchFamily="34" charset="0"/>
              </a:rPr>
              <a:t>một</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phần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lương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khoán</a:t>
            </a:r>
            <a:r>
              <a:rPr lang="en-US" sz="1800" dirty="0">
                <a:latin typeface="Verdana" panose="020B0604030504040204" pitchFamily="34" charset="0"/>
                <a:ea typeface="Verdana" panose="020B0604030504040204" pitchFamily="34" charset="0"/>
              </a:rPr>
              <a:t> sang </a:t>
            </a:r>
            <a:r>
              <a:rPr lang="en-US" sz="1800" dirty="0" err="1">
                <a:latin typeface="Verdana" panose="020B0604030504040204" pitchFamily="34" charset="0"/>
                <a:ea typeface="Verdana" panose="020B0604030504040204" pitchFamily="34" charset="0"/>
              </a:rPr>
              <a:t>khoán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việc</a:t>
            </a:r>
            <a:endParaRPr lang="en-US" sz="1800" dirty="0">
              <a:latin typeface="Verdana" panose="020B0604030504040204" pitchFamily="34" charset="0"/>
              <a:ea typeface="Verdana" panose="020B0604030504040204" pitchFamily="34" charset="0"/>
            </a:endParaRPr>
          </a:p>
          <a:p>
            <a:pPr marL="342900" indent="-342900">
              <a:lnSpc>
                <a:spcPct val="250000"/>
              </a:lnSpc>
              <a:buFont typeface="+mj-lt"/>
              <a:buAutoNum type="arabicPeriod"/>
            </a:pPr>
            <a:r>
              <a:rPr lang="en-US" sz="1800" dirty="0" err="1">
                <a:latin typeface="Verdana" panose="020B0604030504040204" pitchFamily="34" charset="0"/>
                <a:ea typeface="Verdana" panose="020B0604030504040204" pitchFamily="34" charset="0"/>
              </a:rPr>
              <a:t>Phát</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triển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hệ</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thống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tính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khoán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dự</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tính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khoán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theo</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phòng</a:t>
            </a:r>
            <a:r>
              <a:rPr lang="en-US" sz="1800" dirty="0">
                <a:latin typeface="Verdana" panose="020B0604030504040204" pitchFamily="34" charset="0"/>
                <a:ea typeface="Verdana" panose="020B0604030504040204" pitchFamily="34" charset="0"/>
              </a:rPr>
              <a:t> ban </a:t>
            </a:r>
            <a:r>
              <a:rPr lang="en-US" sz="1800" dirty="0" err="1">
                <a:latin typeface="Verdana" panose="020B0604030504040204" pitchFamily="34" charset="0"/>
                <a:ea typeface="Verdana" panose="020B0604030504040204" pitchFamily="34" charset="0"/>
              </a:rPr>
              <a:t>cho</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nhân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viên</a:t>
            </a:r>
            <a:endParaRPr lang="en-US" sz="1800" dirty="0">
              <a:latin typeface="Verdana" panose="020B0604030504040204" pitchFamily="34" charset="0"/>
              <a:ea typeface="Verdana" panose="020B0604030504040204" pitchFamily="34" charset="0"/>
            </a:endParaRPr>
          </a:p>
          <a:p>
            <a:pPr marL="342900" indent="-342900">
              <a:lnSpc>
                <a:spcPct val="250000"/>
              </a:lnSpc>
              <a:buFont typeface="+mj-lt"/>
              <a:buAutoNum type="arabicPeriod"/>
            </a:pPr>
            <a:r>
              <a:rPr lang="en-US" sz="1800" dirty="0" err="1">
                <a:latin typeface="Verdana" panose="020B0604030504040204" pitchFamily="34" charset="0"/>
                <a:ea typeface="Verdana" panose="020B0604030504040204" pitchFamily="34" charset="0"/>
              </a:rPr>
              <a:t>Đề</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xuất</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thay</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đổi</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thức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tính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khoán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theo</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giai</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đoạn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thêm</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tham</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số</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mức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độ</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đóng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góp</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thực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hiện</a:t>
            </a:r>
            <a:endParaRPr lang="en-US" sz="1800" dirty="0">
              <a:latin typeface="Verdana" panose="020B0604030504040204" pitchFamily="34" charset="0"/>
              <a:ea typeface="Verdana" panose="020B0604030504040204" pitchFamily="34" charset="0"/>
            </a:endParaRPr>
          </a:p>
          <a:p>
            <a:pPr marL="342900" indent="-342900">
              <a:lnSpc>
                <a:spcPct val="250000"/>
              </a:lnSpc>
              <a:buFont typeface="+mj-lt"/>
              <a:buAutoNum type="arabicPeriod"/>
            </a:pPr>
            <a:r>
              <a:rPr lang="en-US" sz="1800" dirty="0" err="1">
                <a:latin typeface="Verdana" panose="020B0604030504040204" pitchFamily="34" charset="0"/>
                <a:ea typeface="Verdana" panose="020B0604030504040204" pitchFamily="34" charset="0"/>
              </a:rPr>
              <a:t>Đề</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xuất</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thức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tính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tạm</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ứng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dự</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án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phải</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bắt</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buộc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theo</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trọng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số</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cho</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tất</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cả</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nhân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viên</a:t>
            </a:r>
            <a:endParaRPr lang="en-US" sz="18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42716676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WordArt 6"/>
          <p:cNvSpPr>
            <a:spLocks noChangeArrowheads="1" noChangeShapeType="1" noTextEdit="1"/>
          </p:cNvSpPr>
          <p:nvPr/>
        </p:nvSpPr>
        <p:spPr bwMode="gray">
          <a:xfrm>
            <a:off x="4399085" y="2819400"/>
            <a:ext cx="4343400" cy="609600"/>
          </a:xfrm>
          <a:prstGeom prst="rect">
            <a:avLst/>
          </a:prstGeom>
        </p:spPr>
        <p:txBody>
          <a:bodyPr wrap="none" fromWordArt="1">
            <a:prstTxWarp prst="textDeflate">
              <a:avLst>
                <a:gd name="adj" fmla="val 0"/>
              </a:avLst>
            </a:prstTxWarp>
          </a:bodyPr>
          <a:lstStyle/>
          <a:p>
            <a:pPr algn="ctr"/>
            <a:r>
              <a:rPr lang="en-US" sz="3600" b="1" kern="10">
                <a:ln w="28575">
                  <a:solidFill>
                    <a:srgbClr val="FFFFFF"/>
                  </a:solidFill>
                  <a:round/>
                  <a:headEnd/>
                  <a:tailEnd/>
                </a:ln>
                <a:solidFill>
                  <a:schemeClr val="accent2">
                    <a:lumMod val="75000"/>
                  </a:schemeClr>
                </a:solidFill>
                <a:effectLst>
                  <a:glow rad="228600">
                    <a:schemeClr val="accent3">
                      <a:satMod val="175000"/>
                      <a:alpha val="40000"/>
                    </a:schemeClr>
                  </a:glow>
                  <a:outerShdw dist="71842" dir="2700000" algn="ctr" rotWithShape="0">
                    <a:schemeClr val="tx1">
                      <a:alpha val="50000"/>
                    </a:schemeClr>
                  </a:outerShdw>
                </a:effectLst>
                <a:cs typeface="Arial" panose="020B0604020202020204" pitchFamily="34" charset="0"/>
              </a:rPr>
              <a:t>Thank You!</a:t>
            </a:r>
          </a:p>
        </p:txBody>
      </p:sp>
    </p:spTree>
    <p:extLst>
      <p:ext uri="{BB962C8B-B14F-4D97-AF65-F5344CB8AC3E}">
        <p14:creationId xmlns:p14="http://schemas.microsoft.com/office/powerpoint/2010/main" val="2627119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7082</TotalTime>
  <Words>2080</Words>
  <Application>Microsoft Office PowerPoint</Application>
  <PresentationFormat>Widescreen</PresentationFormat>
  <Paragraphs>158</Paragraphs>
  <Slides>11</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Calibri</vt:lpstr>
      <vt:lpstr>Calibri Light</vt:lpstr>
      <vt:lpstr>Courier New</vt:lpstr>
      <vt:lpstr>Times New Roman</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Tran Minh Luong (FIS HR HN)</dc:creator>
  <cp:lastModifiedBy>Nguyễn Công Sơn</cp:lastModifiedBy>
  <cp:revision>251</cp:revision>
  <dcterms:created xsi:type="dcterms:W3CDTF">2020-10-28T02:11:29Z</dcterms:created>
  <dcterms:modified xsi:type="dcterms:W3CDTF">2021-03-20T22:56:21Z</dcterms:modified>
</cp:coreProperties>
</file>