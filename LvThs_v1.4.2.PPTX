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0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11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10" r:id="rId2"/>
    <p:sldId id="312" r:id="rId3"/>
    <p:sldId id="341" r:id="rId4"/>
    <p:sldId id="340" r:id="rId5"/>
    <p:sldId id="330" r:id="rId6"/>
    <p:sldId id="333" r:id="rId7"/>
    <p:sldId id="334" r:id="rId8"/>
    <p:sldId id="335" r:id="rId9"/>
    <p:sldId id="336" r:id="rId10"/>
    <p:sldId id="338" r:id="rId11"/>
    <p:sldId id="328" r:id="rId12"/>
    <p:sldId id="342" r:id="rId13"/>
    <p:sldId id="329" r:id="rId14"/>
    <p:sldId id="343" r:id="rId15"/>
    <p:sldId id="344" r:id="rId16"/>
    <p:sldId id="345" r:id="rId17"/>
    <p:sldId id="346" r:id="rId18"/>
    <p:sldId id="348" r:id="rId19"/>
    <p:sldId id="347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go Van Truong (FIS HR HN)" initials="NVT(HH" lastIdx="1" clrIdx="0">
    <p:extLst>
      <p:ext uri="{19B8F6BF-5375-455C-9EA6-DF929625EA0E}">
        <p15:presenceInfo xmlns:p15="http://schemas.microsoft.com/office/powerpoint/2012/main" userId="Ngo Van Truong (FIS HR HN)" providerId="None"/>
      </p:ext>
    </p:extLst>
  </p:cmAuthor>
  <p:cmAuthor id="2" name="Nguyễn Công Sơn" initials="NCS" lastIdx="1" clrIdx="1">
    <p:extLst>
      <p:ext uri="{19B8F6BF-5375-455C-9EA6-DF929625EA0E}">
        <p15:presenceInfo xmlns:p15="http://schemas.microsoft.com/office/powerpoint/2012/main" userId="4e6c510bb9d2bdd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9BC3"/>
    <a:srgbClr val="FFAFAF"/>
    <a:srgbClr val="2F8944"/>
    <a:srgbClr val="660033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41" autoAdjust="0"/>
    <p:restoredTop sz="59669" autoAdjust="0"/>
  </p:normalViewPr>
  <p:slideViewPr>
    <p:cSldViewPr snapToGrid="0">
      <p:cViewPr varScale="1">
        <p:scale>
          <a:sx n="69" d="100"/>
          <a:sy n="69" d="100"/>
        </p:scale>
        <p:origin x="576" y="6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91AD27D-5CF9-4464-A9CA-94AFD7DF5A25}" type="doc">
      <dgm:prSet loTypeId="urn:microsoft.com/office/officeart/2005/8/layout/chevron2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4BA4A85D-21B2-4474-99F8-272877915839}">
      <dgm:prSet phldrT="[Text]"/>
      <dgm:spPr/>
      <dgm:t>
        <a:bodyPr/>
        <a:lstStyle/>
        <a:p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công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việc</a:t>
          </a:r>
          <a:endParaRPr lang="en-US" b="0" dirty="0"/>
        </a:p>
      </dgm:t>
    </dgm:pt>
    <dgm:pt modelId="{578FE330-DF90-443B-8008-EBA7A4038E10}" type="parTrans" cxnId="{8220C719-0020-40E6-8646-866DE9213D23}">
      <dgm:prSet/>
      <dgm:spPr/>
      <dgm:t>
        <a:bodyPr/>
        <a:lstStyle/>
        <a:p>
          <a:endParaRPr lang="en-US"/>
        </a:p>
      </dgm:t>
    </dgm:pt>
    <dgm:pt modelId="{54629041-3032-4554-8AFE-FE0BFE5FF02C}" type="sibTrans" cxnId="{8220C719-0020-40E6-8646-866DE9213D23}">
      <dgm:prSet/>
      <dgm:spPr/>
      <dgm:t>
        <a:bodyPr/>
        <a:lstStyle/>
        <a:p>
          <a:endParaRPr lang="en-US"/>
        </a:p>
      </dgm:t>
    </dgm:pt>
    <dgm:pt modelId="{0512D544-9DA9-4DD0-97A1-66FE16FE78F9}">
      <dgm:prSet phldrT="[Text]"/>
      <dgm:spPr/>
      <dgm:t>
        <a:bodyPr/>
        <a:lstStyle/>
        <a:p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b="0" dirty="0"/>
        </a:p>
      </dgm:t>
    </dgm:pt>
    <dgm:pt modelId="{722C58BC-6835-4234-933C-CDCFBB9E7B05}" type="parTrans" cxnId="{DC971FEC-4B5F-4B55-9F10-9F87A0EF6847}">
      <dgm:prSet/>
      <dgm:spPr/>
      <dgm:t>
        <a:bodyPr/>
        <a:lstStyle/>
        <a:p>
          <a:endParaRPr lang="en-US"/>
        </a:p>
      </dgm:t>
    </dgm:pt>
    <dgm:pt modelId="{351F506D-A675-4346-BA27-5556D199F14C}" type="sibTrans" cxnId="{DC971FEC-4B5F-4B55-9F10-9F87A0EF6847}">
      <dgm:prSet/>
      <dgm:spPr/>
      <dgm:t>
        <a:bodyPr/>
        <a:lstStyle/>
        <a:p>
          <a:endParaRPr lang="en-US"/>
        </a:p>
      </dgm:t>
    </dgm:pt>
    <dgm:pt modelId="{41F234D6-B288-4132-817C-7BE1EB3408FB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4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tiêu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chí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: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tiến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,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chất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lượng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,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tuân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thủ</a:t>
          </a:r>
          <a:endParaRPr lang="en-US" sz="1800" dirty="0"/>
        </a:p>
      </dgm:t>
    </dgm:pt>
    <dgm:pt modelId="{B8102181-0CB5-4F11-93B8-BE5CCD66C771}" type="parTrans" cxnId="{A30F6CB5-67EA-4281-9C03-F10EF241080E}">
      <dgm:prSet/>
      <dgm:spPr/>
      <dgm:t>
        <a:bodyPr/>
        <a:lstStyle/>
        <a:p>
          <a:endParaRPr lang="en-US"/>
        </a:p>
      </dgm:t>
    </dgm:pt>
    <dgm:pt modelId="{74A3A6D2-2BC3-4EDE-8F47-8474E7211356}" type="sibTrans" cxnId="{A30F6CB5-67EA-4281-9C03-F10EF241080E}">
      <dgm:prSet/>
      <dgm:spPr/>
      <dgm:t>
        <a:bodyPr/>
        <a:lstStyle/>
        <a:p>
          <a:endParaRPr lang="en-US"/>
        </a:p>
      </dgm:t>
    </dgm:pt>
    <dgm:pt modelId="{0B001E29-5265-420E-BAAF-3A1BAC4491C8}">
      <dgm:prSet phldrT="[Text]" custT="1"/>
      <dgm:spPr/>
      <dgm:t>
        <a:bodyPr/>
        <a:lstStyle/>
        <a:p>
          <a:r>
            <a:rPr lang="en-US" sz="1800" b="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sz="1800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dirty="0" err="1">
              <a:latin typeface="Verdana" panose="020B0604030504040204" pitchFamily="34" charset="0"/>
              <a:ea typeface="Verdana" panose="020B0604030504040204" pitchFamily="34" charset="0"/>
            </a:rPr>
            <a:t>tiền</a:t>
          </a:r>
          <a:r>
            <a:rPr lang="en-US" sz="1800" b="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1800" b="0" dirty="0"/>
        </a:p>
      </dgm:t>
    </dgm:pt>
    <dgm:pt modelId="{17238642-51EE-43D5-AAC6-55E190D25A96}" type="parTrans" cxnId="{6091DBE5-08CC-44DC-98A1-DBE6A822A136}">
      <dgm:prSet/>
      <dgm:spPr/>
      <dgm:t>
        <a:bodyPr/>
        <a:lstStyle/>
        <a:p>
          <a:endParaRPr lang="en-US"/>
        </a:p>
      </dgm:t>
    </dgm:pt>
    <dgm:pt modelId="{2F947CC0-F03A-4F04-BA34-D6731899E962}" type="sibTrans" cxnId="{6091DBE5-08CC-44DC-98A1-DBE6A822A136}">
      <dgm:prSet/>
      <dgm:spPr/>
      <dgm:t>
        <a:bodyPr/>
        <a:lstStyle/>
        <a:p>
          <a:endParaRPr lang="en-US"/>
        </a:p>
      </dgm:t>
    </dgm:pt>
    <dgm:pt modelId="{996462B6-9338-4FBE-A293-1D4ED95D01F2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QLTT/ QLDA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dirty="0"/>
        </a:p>
      </dgm:t>
    </dgm:pt>
    <dgm:pt modelId="{EBA9AF8E-ED80-45EA-BFAE-0958AB624762}" type="parTrans" cxnId="{9C607EB1-6248-42F8-ACF3-1637681E37FE}">
      <dgm:prSet/>
      <dgm:spPr/>
      <dgm:t>
        <a:bodyPr/>
        <a:lstStyle/>
        <a:p>
          <a:endParaRPr lang="en-US"/>
        </a:p>
      </dgm:t>
    </dgm:pt>
    <dgm:pt modelId="{5D7F2815-8139-42C7-8CD8-609E6FA53D8E}" type="sibTrans" cxnId="{9C607EB1-6248-42F8-ACF3-1637681E37FE}">
      <dgm:prSet/>
      <dgm:spPr/>
      <dgm:t>
        <a:bodyPr/>
        <a:lstStyle/>
        <a:p>
          <a:endParaRPr lang="en-US"/>
        </a:p>
      </dgm:t>
    </dgm:pt>
    <dgm:pt modelId="{951BA5E8-6DFF-47BD-BD7B-72E5652E0BAF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tháng</a:t>
          </a:r>
          <a:endParaRPr lang="en-US" sz="1800" dirty="0"/>
        </a:p>
      </dgm:t>
    </dgm:pt>
    <dgm:pt modelId="{3325D4C0-6F71-491F-A54C-1A7F9516B21F}" type="parTrans" cxnId="{60C13B6B-F59B-460D-AFC2-CB5D5DCA46F5}">
      <dgm:prSet/>
      <dgm:spPr/>
      <dgm:t>
        <a:bodyPr/>
        <a:lstStyle/>
        <a:p>
          <a:endParaRPr lang="en-US"/>
        </a:p>
      </dgm:t>
    </dgm:pt>
    <dgm:pt modelId="{F7FFCDAD-E2FD-4118-B975-AC8E96789C07}" type="sibTrans" cxnId="{60C13B6B-F59B-460D-AFC2-CB5D5DCA46F5}">
      <dgm:prSet/>
      <dgm:spPr/>
      <dgm:t>
        <a:bodyPr/>
        <a:lstStyle/>
        <a:p>
          <a:endParaRPr lang="en-US"/>
        </a:p>
      </dgm:t>
    </dgm:pt>
    <dgm:pt modelId="{82FD15C1-213E-46D0-9186-889A9C1C0775}">
      <dgm:prSet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quý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80D6A34-7FBC-453B-A6B0-D035DE845CC3}" type="parTrans" cxnId="{F5AC92A4-1AAD-41F2-B693-824FC02E6B66}">
      <dgm:prSet/>
      <dgm:spPr/>
      <dgm:t>
        <a:bodyPr/>
        <a:lstStyle/>
        <a:p>
          <a:endParaRPr lang="en-US"/>
        </a:p>
      </dgm:t>
    </dgm:pt>
    <dgm:pt modelId="{FFBA2D33-0396-430D-BC5D-90FD9D537D9A}" type="sibTrans" cxnId="{F5AC92A4-1AAD-41F2-B693-824FC02E6B66}">
      <dgm:prSet/>
      <dgm:spPr/>
      <dgm:t>
        <a:bodyPr/>
        <a:lstStyle/>
        <a:p>
          <a:endParaRPr lang="en-US"/>
        </a:p>
      </dgm:t>
    </dgm:pt>
    <dgm:pt modelId="{3D6F6C7A-CE29-4591-9800-CF76041E9AD2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giai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đoạn</a:t>
          </a:r>
          <a:endParaRPr lang="en-US" sz="1800" dirty="0"/>
        </a:p>
      </dgm:t>
    </dgm:pt>
    <dgm:pt modelId="{192A46D8-94F1-4036-AE2A-BB0CE253AFA1}" type="parTrans" cxnId="{0D479E1A-29EF-4234-A7CA-724497AB6B11}">
      <dgm:prSet/>
      <dgm:spPr/>
      <dgm:t>
        <a:bodyPr/>
        <a:lstStyle/>
        <a:p>
          <a:endParaRPr lang="en-US"/>
        </a:p>
      </dgm:t>
    </dgm:pt>
    <dgm:pt modelId="{D8E0FE56-B6D8-415E-983B-E321287A4662}" type="sibTrans" cxnId="{0D479E1A-29EF-4234-A7CA-724497AB6B11}">
      <dgm:prSet/>
      <dgm:spPr/>
      <dgm:t>
        <a:bodyPr/>
        <a:lstStyle/>
        <a:p>
          <a:endParaRPr lang="en-US"/>
        </a:p>
      </dgm:t>
    </dgm:pt>
    <dgm:pt modelId="{10618AB7-C7C7-465F-8BC2-811E86AB128A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công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việc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qua JIRA, SFLASH,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từng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issue</a:t>
          </a:r>
          <a:endParaRPr lang="en-US" sz="1800" dirty="0"/>
        </a:p>
      </dgm:t>
    </dgm:pt>
    <dgm:pt modelId="{2B8A3AF1-6AA2-4F9D-91E8-E3878AB92DA8}" type="parTrans" cxnId="{C2337E9A-DDD7-440E-804A-CCD90B04BDC6}">
      <dgm:prSet/>
      <dgm:spPr/>
      <dgm:t>
        <a:bodyPr/>
        <a:lstStyle/>
        <a:p>
          <a:endParaRPr lang="en-US"/>
        </a:p>
      </dgm:t>
    </dgm:pt>
    <dgm:pt modelId="{601CE4B2-C9F8-48DA-B688-63430582F98E}" type="sibTrans" cxnId="{C2337E9A-DDD7-440E-804A-CCD90B04BDC6}">
      <dgm:prSet/>
      <dgm:spPr/>
      <dgm:t>
        <a:bodyPr/>
        <a:lstStyle/>
        <a:p>
          <a:endParaRPr lang="en-US"/>
        </a:p>
      </dgm:t>
    </dgm:pt>
    <dgm:pt modelId="{102D443E-454B-478D-BFF1-268C42339850}" type="pres">
      <dgm:prSet presAssocID="{A91AD27D-5CF9-4464-A9CA-94AFD7DF5A25}" presName="linearFlow" presStyleCnt="0">
        <dgm:presLayoutVars>
          <dgm:dir/>
          <dgm:animLvl val="lvl"/>
          <dgm:resizeHandles val="exact"/>
        </dgm:presLayoutVars>
      </dgm:prSet>
      <dgm:spPr/>
    </dgm:pt>
    <dgm:pt modelId="{6C5B85F6-A62E-475C-9273-D5A3ECCC3865}" type="pres">
      <dgm:prSet presAssocID="{4BA4A85D-21B2-4474-99F8-272877915839}" presName="composite" presStyleCnt="0"/>
      <dgm:spPr/>
    </dgm:pt>
    <dgm:pt modelId="{3212D7DE-CF03-4BF4-A558-0A7431C1EFC7}" type="pres">
      <dgm:prSet presAssocID="{4BA4A85D-21B2-4474-99F8-272877915839}" presName="parentText" presStyleLbl="alignNode1" presStyleIdx="0" presStyleCnt="3">
        <dgm:presLayoutVars>
          <dgm:chMax val="1"/>
          <dgm:bulletEnabled val="1"/>
        </dgm:presLayoutVars>
      </dgm:prSet>
      <dgm:spPr/>
    </dgm:pt>
    <dgm:pt modelId="{D82AF360-C5F9-444F-AFC8-9AAE0D552CA5}" type="pres">
      <dgm:prSet presAssocID="{4BA4A85D-21B2-4474-99F8-272877915839}" presName="descendantText" presStyleLbl="alignAcc1" presStyleIdx="0" presStyleCnt="3">
        <dgm:presLayoutVars>
          <dgm:bulletEnabled val="1"/>
        </dgm:presLayoutVars>
      </dgm:prSet>
      <dgm:spPr/>
    </dgm:pt>
    <dgm:pt modelId="{D2322863-BC37-46AD-885B-413F1DB85585}" type="pres">
      <dgm:prSet presAssocID="{54629041-3032-4554-8AFE-FE0BFE5FF02C}" presName="sp" presStyleCnt="0"/>
      <dgm:spPr/>
    </dgm:pt>
    <dgm:pt modelId="{A73500E8-C2A5-4993-82B0-99E64ECE6B10}" type="pres">
      <dgm:prSet presAssocID="{0512D544-9DA9-4DD0-97A1-66FE16FE78F9}" presName="composite" presStyleCnt="0"/>
      <dgm:spPr/>
    </dgm:pt>
    <dgm:pt modelId="{E20A42D6-645F-4E8D-8318-D5C4BDDDF996}" type="pres">
      <dgm:prSet presAssocID="{0512D544-9DA9-4DD0-97A1-66FE16FE78F9}" presName="parentText" presStyleLbl="alignNode1" presStyleIdx="1" presStyleCnt="3">
        <dgm:presLayoutVars>
          <dgm:chMax val="1"/>
          <dgm:bulletEnabled val="1"/>
        </dgm:presLayoutVars>
      </dgm:prSet>
      <dgm:spPr/>
    </dgm:pt>
    <dgm:pt modelId="{8842E55F-226D-4034-BD89-55A8828AF3B8}" type="pres">
      <dgm:prSet presAssocID="{0512D544-9DA9-4DD0-97A1-66FE16FE78F9}" presName="descendantText" presStyleLbl="alignAcc1" presStyleIdx="1" presStyleCnt="3">
        <dgm:presLayoutVars>
          <dgm:bulletEnabled val="1"/>
        </dgm:presLayoutVars>
      </dgm:prSet>
      <dgm:spPr/>
    </dgm:pt>
    <dgm:pt modelId="{3D82ACB5-9E2F-4633-BE31-5C3E3A208855}" type="pres">
      <dgm:prSet presAssocID="{351F506D-A675-4346-BA27-5556D199F14C}" presName="sp" presStyleCnt="0"/>
      <dgm:spPr/>
    </dgm:pt>
    <dgm:pt modelId="{C3133336-CB44-404A-8D01-C73D7240FB96}" type="pres">
      <dgm:prSet presAssocID="{0B001E29-5265-420E-BAAF-3A1BAC4491C8}" presName="composite" presStyleCnt="0"/>
      <dgm:spPr/>
    </dgm:pt>
    <dgm:pt modelId="{B151DCDA-431C-4A61-A255-11BE89D44F07}" type="pres">
      <dgm:prSet presAssocID="{0B001E29-5265-420E-BAAF-3A1BAC4491C8}" presName="parentText" presStyleLbl="alignNode1" presStyleIdx="2" presStyleCnt="3">
        <dgm:presLayoutVars>
          <dgm:chMax val="1"/>
          <dgm:bulletEnabled val="1"/>
        </dgm:presLayoutVars>
      </dgm:prSet>
      <dgm:spPr/>
    </dgm:pt>
    <dgm:pt modelId="{0D8D87C0-F191-42B0-BE3A-9F548B2FC9A0}" type="pres">
      <dgm:prSet presAssocID="{0B001E29-5265-420E-BAAF-3A1BAC4491C8}" presName="descendantText" presStyleLbl="alignAcc1" presStyleIdx="2" presStyleCnt="3">
        <dgm:presLayoutVars>
          <dgm:bulletEnabled val="1"/>
        </dgm:presLayoutVars>
      </dgm:prSet>
      <dgm:spPr/>
    </dgm:pt>
  </dgm:ptLst>
  <dgm:cxnLst>
    <dgm:cxn modelId="{98A59605-A544-4EB0-B5C1-D29F6030C695}" type="presOf" srcId="{0B001E29-5265-420E-BAAF-3A1BAC4491C8}" destId="{B151DCDA-431C-4A61-A255-11BE89D44F07}" srcOrd="0" destOrd="0" presId="urn:microsoft.com/office/officeart/2005/8/layout/chevron2"/>
    <dgm:cxn modelId="{52344410-7ABF-41C1-AA59-60C89F0067AD}" type="presOf" srcId="{0512D544-9DA9-4DD0-97A1-66FE16FE78F9}" destId="{E20A42D6-645F-4E8D-8318-D5C4BDDDF996}" srcOrd="0" destOrd="0" presId="urn:microsoft.com/office/officeart/2005/8/layout/chevron2"/>
    <dgm:cxn modelId="{8220C719-0020-40E6-8646-866DE9213D23}" srcId="{A91AD27D-5CF9-4464-A9CA-94AFD7DF5A25}" destId="{4BA4A85D-21B2-4474-99F8-272877915839}" srcOrd="0" destOrd="0" parTransId="{578FE330-DF90-443B-8008-EBA7A4038E10}" sibTransId="{54629041-3032-4554-8AFE-FE0BFE5FF02C}"/>
    <dgm:cxn modelId="{0D479E1A-29EF-4234-A7CA-724497AB6B11}" srcId="{0B001E29-5265-420E-BAAF-3A1BAC4491C8}" destId="{3D6F6C7A-CE29-4591-9800-CF76041E9AD2}" srcOrd="0" destOrd="0" parTransId="{192A46D8-94F1-4036-AE2A-BB0CE253AFA1}" sibTransId="{D8E0FE56-B6D8-415E-983B-E321287A4662}"/>
    <dgm:cxn modelId="{01C9171F-44CA-453E-85DC-B8B753F22C91}" type="presOf" srcId="{3D6F6C7A-CE29-4591-9800-CF76041E9AD2}" destId="{0D8D87C0-F191-42B0-BE3A-9F548B2FC9A0}" srcOrd="0" destOrd="0" presId="urn:microsoft.com/office/officeart/2005/8/layout/chevron2"/>
    <dgm:cxn modelId="{3C8E5D26-468C-42ED-9602-A40EA998EA96}" type="presOf" srcId="{4BA4A85D-21B2-4474-99F8-272877915839}" destId="{3212D7DE-CF03-4BF4-A558-0A7431C1EFC7}" srcOrd="0" destOrd="0" presId="urn:microsoft.com/office/officeart/2005/8/layout/chevron2"/>
    <dgm:cxn modelId="{8435E463-662D-4379-9FEA-24AE94E62F6C}" type="presOf" srcId="{82FD15C1-213E-46D0-9186-889A9C1C0775}" destId="{0D8D87C0-F191-42B0-BE3A-9F548B2FC9A0}" srcOrd="0" destOrd="1" presId="urn:microsoft.com/office/officeart/2005/8/layout/chevron2"/>
    <dgm:cxn modelId="{60C13B6B-F59B-460D-AFC2-CB5D5DCA46F5}" srcId="{0512D544-9DA9-4DD0-97A1-66FE16FE78F9}" destId="{951BA5E8-6DFF-47BD-BD7B-72E5652E0BAF}" srcOrd="2" destOrd="0" parTransId="{3325D4C0-6F71-491F-A54C-1A7F9516B21F}" sibTransId="{F7FFCDAD-E2FD-4118-B975-AC8E96789C07}"/>
    <dgm:cxn modelId="{C2337E9A-DDD7-440E-804A-CCD90B04BDC6}" srcId="{4BA4A85D-21B2-4474-99F8-272877915839}" destId="{10618AB7-C7C7-465F-8BC2-811E86AB128A}" srcOrd="0" destOrd="0" parTransId="{2B8A3AF1-6AA2-4F9D-91E8-E3878AB92DA8}" sibTransId="{601CE4B2-C9F8-48DA-B688-63430582F98E}"/>
    <dgm:cxn modelId="{5927929B-FEB5-4EB7-8B57-BAAE42579CC0}" type="presOf" srcId="{A91AD27D-5CF9-4464-A9CA-94AFD7DF5A25}" destId="{102D443E-454B-478D-BFF1-268C42339850}" srcOrd="0" destOrd="0" presId="urn:microsoft.com/office/officeart/2005/8/layout/chevron2"/>
    <dgm:cxn modelId="{F5AC92A4-1AAD-41F2-B693-824FC02E6B66}" srcId="{0B001E29-5265-420E-BAAF-3A1BAC4491C8}" destId="{82FD15C1-213E-46D0-9186-889A9C1C0775}" srcOrd="1" destOrd="0" parTransId="{380D6A34-7FBC-453B-A6B0-D035DE845CC3}" sibTransId="{FFBA2D33-0396-430D-BC5D-90FD9D537D9A}"/>
    <dgm:cxn modelId="{9C607EB1-6248-42F8-ACF3-1637681E37FE}" srcId="{0512D544-9DA9-4DD0-97A1-66FE16FE78F9}" destId="{996462B6-9338-4FBE-A293-1D4ED95D01F2}" srcOrd="1" destOrd="0" parTransId="{EBA9AF8E-ED80-45EA-BFAE-0958AB624762}" sibTransId="{5D7F2815-8139-42C7-8CD8-609E6FA53D8E}"/>
    <dgm:cxn modelId="{A30F6CB5-67EA-4281-9C03-F10EF241080E}" srcId="{0512D544-9DA9-4DD0-97A1-66FE16FE78F9}" destId="{41F234D6-B288-4132-817C-7BE1EB3408FB}" srcOrd="0" destOrd="0" parTransId="{B8102181-0CB5-4F11-93B8-BE5CCD66C771}" sibTransId="{74A3A6D2-2BC3-4EDE-8F47-8474E7211356}"/>
    <dgm:cxn modelId="{54EF08C0-D4B1-4E7E-86DB-0E9EC0D3DBDE}" type="presOf" srcId="{996462B6-9338-4FBE-A293-1D4ED95D01F2}" destId="{8842E55F-226D-4034-BD89-55A8828AF3B8}" srcOrd="0" destOrd="1" presId="urn:microsoft.com/office/officeart/2005/8/layout/chevron2"/>
    <dgm:cxn modelId="{EF9134C9-248E-49CC-8936-DE7C9AAFAFDD}" type="presOf" srcId="{41F234D6-B288-4132-817C-7BE1EB3408FB}" destId="{8842E55F-226D-4034-BD89-55A8828AF3B8}" srcOrd="0" destOrd="0" presId="urn:microsoft.com/office/officeart/2005/8/layout/chevron2"/>
    <dgm:cxn modelId="{1548EADE-286A-4C3F-AAEF-C50C64527AE4}" type="presOf" srcId="{951BA5E8-6DFF-47BD-BD7B-72E5652E0BAF}" destId="{8842E55F-226D-4034-BD89-55A8828AF3B8}" srcOrd="0" destOrd="2" presId="urn:microsoft.com/office/officeart/2005/8/layout/chevron2"/>
    <dgm:cxn modelId="{6091DBE5-08CC-44DC-98A1-DBE6A822A136}" srcId="{A91AD27D-5CF9-4464-A9CA-94AFD7DF5A25}" destId="{0B001E29-5265-420E-BAAF-3A1BAC4491C8}" srcOrd="2" destOrd="0" parTransId="{17238642-51EE-43D5-AAC6-55E190D25A96}" sibTransId="{2F947CC0-F03A-4F04-BA34-D6731899E962}"/>
    <dgm:cxn modelId="{EA240AEA-DCD4-4131-8C56-DD4735921C3F}" type="presOf" srcId="{10618AB7-C7C7-465F-8BC2-811E86AB128A}" destId="{D82AF360-C5F9-444F-AFC8-9AAE0D552CA5}" srcOrd="0" destOrd="0" presId="urn:microsoft.com/office/officeart/2005/8/layout/chevron2"/>
    <dgm:cxn modelId="{DC971FEC-4B5F-4B55-9F10-9F87A0EF6847}" srcId="{A91AD27D-5CF9-4464-A9CA-94AFD7DF5A25}" destId="{0512D544-9DA9-4DD0-97A1-66FE16FE78F9}" srcOrd="1" destOrd="0" parTransId="{722C58BC-6835-4234-933C-CDCFBB9E7B05}" sibTransId="{351F506D-A675-4346-BA27-5556D199F14C}"/>
    <dgm:cxn modelId="{288E2571-ED0A-4190-B4CB-CCEBB89D05EF}" type="presParOf" srcId="{102D443E-454B-478D-BFF1-268C42339850}" destId="{6C5B85F6-A62E-475C-9273-D5A3ECCC3865}" srcOrd="0" destOrd="0" presId="urn:microsoft.com/office/officeart/2005/8/layout/chevron2"/>
    <dgm:cxn modelId="{BAC65BF9-612B-497B-9E6B-41C2CFBDCF38}" type="presParOf" srcId="{6C5B85F6-A62E-475C-9273-D5A3ECCC3865}" destId="{3212D7DE-CF03-4BF4-A558-0A7431C1EFC7}" srcOrd="0" destOrd="0" presId="urn:microsoft.com/office/officeart/2005/8/layout/chevron2"/>
    <dgm:cxn modelId="{576ABA3F-8724-4AAF-B8E4-7BABAAC430A1}" type="presParOf" srcId="{6C5B85F6-A62E-475C-9273-D5A3ECCC3865}" destId="{D82AF360-C5F9-444F-AFC8-9AAE0D552CA5}" srcOrd="1" destOrd="0" presId="urn:microsoft.com/office/officeart/2005/8/layout/chevron2"/>
    <dgm:cxn modelId="{CC239539-A10B-4307-A210-2C8E982C8A50}" type="presParOf" srcId="{102D443E-454B-478D-BFF1-268C42339850}" destId="{D2322863-BC37-46AD-885B-413F1DB85585}" srcOrd="1" destOrd="0" presId="urn:microsoft.com/office/officeart/2005/8/layout/chevron2"/>
    <dgm:cxn modelId="{A330960C-3431-4293-9672-1A95E35D9443}" type="presParOf" srcId="{102D443E-454B-478D-BFF1-268C42339850}" destId="{A73500E8-C2A5-4993-82B0-99E64ECE6B10}" srcOrd="2" destOrd="0" presId="urn:microsoft.com/office/officeart/2005/8/layout/chevron2"/>
    <dgm:cxn modelId="{3373FF3A-39CB-481B-BA58-F680F1B09236}" type="presParOf" srcId="{A73500E8-C2A5-4993-82B0-99E64ECE6B10}" destId="{E20A42D6-645F-4E8D-8318-D5C4BDDDF996}" srcOrd="0" destOrd="0" presId="urn:microsoft.com/office/officeart/2005/8/layout/chevron2"/>
    <dgm:cxn modelId="{2343CC28-06E5-4754-A57D-2148672D381D}" type="presParOf" srcId="{A73500E8-C2A5-4993-82B0-99E64ECE6B10}" destId="{8842E55F-226D-4034-BD89-55A8828AF3B8}" srcOrd="1" destOrd="0" presId="urn:microsoft.com/office/officeart/2005/8/layout/chevron2"/>
    <dgm:cxn modelId="{568AB09C-B834-4787-8372-15FED301B824}" type="presParOf" srcId="{102D443E-454B-478D-BFF1-268C42339850}" destId="{3D82ACB5-9E2F-4633-BE31-5C3E3A208855}" srcOrd="3" destOrd="0" presId="urn:microsoft.com/office/officeart/2005/8/layout/chevron2"/>
    <dgm:cxn modelId="{B1AB0A9D-09C2-43FF-88BF-0ECA93C49720}" type="presParOf" srcId="{102D443E-454B-478D-BFF1-268C42339850}" destId="{C3133336-CB44-404A-8D01-C73D7240FB96}" srcOrd="4" destOrd="0" presId="urn:microsoft.com/office/officeart/2005/8/layout/chevron2"/>
    <dgm:cxn modelId="{0B829DFF-F2D5-4C26-835E-B5480190C373}" type="presParOf" srcId="{C3133336-CB44-404A-8D01-C73D7240FB96}" destId="{B151DCDA-431C-4A61-A255-11BE89D44F07}" srcOrd="0" destOrd="0" presId="urn:microsoft.com/office/officeart/2005/8/layout/chevron2"/>
    <dgm:cxn modelId="{224036F3-346E-4077-9B2F-B7DC0D9536F5}" type="presParOf" srcId="{C3133336-CB44-404A-8D01-C73D7240FB96}" destId="{0D8D87C0-F191-42B0-BE3A-9F548B2FC9A0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94F2289-D385-4943-B4DA-012BC3BA215B}" type="doc">
      <dgm:prSet loTypeId="urn:microsoft.com/office/officeart/2005/8/layout/radial5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1B557B1-BBF4-411C-9515-5B7ABC138B60}">
      <dgm:prSet phldrT="[Text]" custT="1"/>
      <dgm:spPr/>
      <dgm:t>
        <a:bodyPr/>
        <a:lstStyle/>
        <a:p>
          <a:r>
            <a:rPr lang="en-US" sz="3200" dirty="0">
              <a:latin typeface="Verdana" panose="020B0604030504040204" pitchFamily="34" charset="0"/>
              <a:ea typeface="Verdana" panose="020B0604030504040204" pitchFamily="34" charset="0"/>
            </a:rPr>
            <a:t>VẤN ĐỀ</a:t>
          </a:r>
        </a:p>
      </dgm:t>
    </dgm:pt>
    <dgm:pt modelId="{E2538A94-012C-4D54-9193-6253A3EB5AF8}" type="parTrans" cxnId="{D0CEF7E7-D9F9-41C3-8C77-B2648733A7E8}">
      <dgm:prSet/>
      <dgm:spPr/>
      <dgm:t>
        <a:bodyPr/>
        <a:lstStyle/>
        <a:p>
          <a:endParaRPr lang="en-US"/>
        </a:p>
      </dgm:t>
    </dgm:pt>
    <dgm:pt modelId="{461E1F2D-28EA-4E78-AF18-4E015320DA0A}" type="sibTrans" cxnId="{D0CEF7E7-D9F9-41C3-8C77-B2648733A7E8}">
      <dgm:prSet/>
      <dgm:spPr/>
      <dgm:t>
        <a:bodyPr/>
        <a:lstStyle/>
        <a:p>
          <a:endParaRPr lang="en-US"/>
        </a:p>
      </dgm:t>
    </dgm:pt>
    <dgm:pt modelId="{9E9EAC33-259C-47EB-B6E4-F1CFC0CCD74D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Chỉ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qua JIRA</a:t>
          </a:r>
        </a:p>
      </dgm:t>
    </dgm:pt>
    <dgm:pt modelId="{497D6E41-8311-4953-A007-B4E1F29984FE}" type="parTrans" cxnId="{104A17FC-D7F5-4BDC-BA3F-9AFC65562B68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67CCDB3-AFCE-4334-899E-9A2DAE2D5063}" type="sibTrans" cxnId="{104A17FC-D7F5-4BDC-BA3F-9AFC65562B68}">
      <dgm:prSet/>
      <dgm:spPr/>
      <dgm:t>
        <a:bodyPr/>
        <a:lstStyle/>
        <a:p>
          <a:endParaRPr lang="en-US"/>
        </a:p>
      </dgm:t>
    </dgm:pt>
    <dgm:pt modelId="{99BDF591-F691-4DE6-AB00-4BAF0FD762FA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240AEC0-41B9-4577-8E78-A50FB40FC608}" type="parTrans" cxnId="{E9D5DE8E-DE28-45AE-9F9A-0CF232641FA3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0A2C6C3E-C4CA-456D-8B05-1F5AA73524E0}" type="sibTrans" cxnId="{E9D5DE8E-DE28-45AE-9F9A-0CF232641FA3}">
      <dgm:prSet/>
      <dgm:spPr/>
      <dgm:t>
        <a:bodyPr/>
        <a:lstStyle/>
        <a:p>
          <a:endParaRPr lang="en-US"/>
        </a:p>
      </dgm:t>
    </dgm:pt>
    <dgm:pt modelId="{5D5A3442-BDA0-45E2-ADAA-35769DF54AA7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Phân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bổ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nguồn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lực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CFBEBD46-45DD-4C38-A844-01F299E56F88}" type="parTrans" cxnId="{CB6C268C-09CF-4F81-AF7A-F14189636A7A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51C47A8-8027-4FF1-BE91-6CA951568676}" type="sibTrans" cxnId="{CB6C268C-09CF-4F81-AF7A-F14189636A7A}">
      <dgm:prSet/>
      <dgm:spPr/>
      <dgm:t>
        <a:bodyPr/>
        <a:lstStyle/>
        <a:p>
          <a:endParaRPr lang="en-US"/>
        </a:p>
      </dgm:t>
    </dgm:pt>
    <dgm:pt modelId="{CE490BC1-31DC-4F63-821C-7CF126E248AD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tiền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A79D2C6A-49B7-4132-917C-102A51EF35B0}" type="parTrans" cxnId="{430235AF-00A0-4E62-A3B5-9B9ED7DA73F0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16AD7D2-1C92-4F06-9FB9-A7CD1DE03F6A}" type="sibTrans" cxnId="{430235AF-00A0-4E62-A3B5-9B9ED7DA73F0}">
      <dgm:prSet/>
      <dgm:spPr/>
      <dgm:t>
        <a:bodyPr/>
        <a:lstStyle/>
        <a:p>
          <a:endParaRPr lang="en-US"/>
        </a:p>
      </dgm:t>
    </dgm:pt>
    <dgm:pt modelId="{47CDE45D-D5A0-45C3-8351-34CC080099EF}">
      <dgm:prSet phldrT="[Text]" custT="1"/>
      <dgm:spPr/>
      <dgm:t>
        <a:bodyPr/>
        <a:lstStyle/>
        <a:p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Mức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đóng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góp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F6090953-BF6F-44BE-8139-588ACCDD61CF}" type="parTrans" cxnId="{68BFC3A9-A28E-49BC-A36A-C4603C0FFE7C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232AE8B8-D772-443F-BFC2-BCE9B97682FA}" type="sibTrans" cxnId="{68BFC3A9-A28E-49BC-A36A-C4603C0FFE7C}">
      <dgm:prSet/>
      <dgm:spPr/>
      <dgm:t>
        <a:bodyPr/>
        <a:lstStyle/>
        <a:p>
          <a:endParaRPr lang="en-US"/>
        </a:p>
      </dgm:t>
    </dgm:pt>
    <dgm:pt modelId="{5326E738-71E6-40EE-9AE5-BA0E7DBAD1F6}" type="pres">
      <dgm:prSet presAssocID="{594F2289-D385-4943-B4DA-012BC3BA215B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E4F355E7-7A80-4AC4-95E8-6D5E029F7BD2}" type="pres">
      <dgm:prSet presAssocID="{C1B557B1-BBF4-411C-9515-5B7ABC138B60}" presName="centerShape" presStyleLbl="node0" presStyleIdx="0" presStyleCnt="1"/>
      <dgm:spPr/>
    </dgm:pt>
    <dgm:pt modelId="{05D1F4E3-C2EF-402D-82F5-E201C742F6A4}" type="pres">
      <dgm:prSet presAssocID="{497D6E41-8311-4953-A007-B4E1F29984FE}" presName="parTrans" presStyleLbl="sibTrans2D1" presStyleIdx="0" presStyleCnt="5"/>
      <dgm:spPr/>
    </dgm:pt>
    <dgm:pt modelId="{41B48A08-F0DE-4D28-BE2C-05F8D9FB5A14}" type="pres">
      <dgm:prSet presAssocID="{497D6E41-8311-4953-A007-B4E1F29984FE}" presName="connectorText" presStyleLbl="sibTrans2D1" presStyleIdx="0" presStyleCnt="5"/>
      <dgm:spPr/>
    </dgm:pt>
    <dgm:pt modelId="{EE8DD6AE-D6D7-461C-94B7-9D52FC763162}" type="pres">
      <dgm:prSet presAssocID="{9E9EAC33-259C-47EB-B6E4-F1CFC0CCD74D}" presName="node" presStyleLbl="node1" presStyleIdx="0" presStyleCnt="5">
        <dgm:presLayoutVars>
          <dgm:bulletEnabled val="1"/>
        </dgm:presLayoutVars>
      </dgm:prSet>
      <dgm:spPr/>
    </dgm:pt>
    <dgm:pt modelId="{87D62D14-3DE3-4933-B9B8-BE2B5CAC9AEB}" type="pres">
      <dgm:prSet presAssocID="{3240AEC0-41B9-4577-8E78-A50FB40FC608}" presName="parTrans" presStyleLbl="sibTrans2D1" presStyleIdx="1" presStyleCnt="5"/>
      <dgm:spPr/>
    </dgm:pt>
    <dgm:pt modelId="{2ADA3221-8A1D-4703-95F2-EF529C6C75B0}" type="pres">
      <dgm:prSet presAssocID="{3240AEC0-41B9-4577-8E78-A50FB40FC608}" presName="connectorText" presStyleLbl="sibTrans2D1" presStyleIdx="1" presStyleCnt="5"/>
      <dgm:spPr/>
    </dgm:pt>
    <dgm:pt modelId="{AE116BB2-6048-4478-B560-DBB5FEA51ADB}" type="pres">
      <dgm:prSet presAssocID="{99BDF591-F691-4DE6-AB00-4BAF0FD762FA}" presName="node" presStyleLbl="node1" presStyleIdx="1" presStyleCnt="5">
        <dgm:presLayoutVars>
          <dgm:bulletEnabled val="1"/>
        </dgm:presLayoutVars>
      </dgm:prSet>
      <dgm:spPr/>
    </dgm:pt>
    <dgm:pt modelId="{C36E4B20-103B-46C5-A8DE-CB6510E0E693}" type="pres">
      <dgm:prSet presAssocID="{CFBEBD46-45DD-4C38-A844-01F299E56F88}" presName="parTrans" presStyleLbl="sibTrans2D1" presStyleIdx="2" presStyleCnt="5"/>
      <dgm:spPr/>
    </dgm:pt>
    <dgm:pt modelId="{95C0CB7F-4800-4C22-9221-B7626BDC325B}" type="pres">
      <dgm:prSet presAssocID="{CFBEBD46-45DD-4C38-A844-01F299E56F88}" presName="connectorText" presStyleLbl="sibTrans2D1" presStyleIdx="2" presStyleCnt="5"/>
      <dgm:spPr/>
    </dgm:pt>
    <dgm:pt modelId="{CBC2B00A-3DC0-4424-9973-4077089CE6A3}" type="pres">
      <dgm:prSet presAssocID="{5D5A3442-BDA0-45E2-ADAA-35769DF54AA7}" presName="node" presStyleLbl="node1" presStyleIdx="2" presStyleCnt="5">
        <dgm:presLayoutVars>
          <dgm:bulletEnabled val="1"/>
        </dgm:presLayoutVars>
      </dgm:prSet>
      <dgm:spPr/>
    </dgm:pt>
    <dgm:pt modelId="{E7FA793C-0526-40FD-AA57-604579401167}" type="pres">
      <dgm:prSet presAssocID="{F6090953-BF6F-44BE-8139-588ACCDD61CF}" presName="parTrans" presStyleLbl="sibTrans2D1" presStyleIdx="3" presStyleCnt="5"/>
      <dgm:spPr/>
    </dgm:pt>
    <dgm:pt modelId="{5E5F3C18-C35A-48E1-A476-D07FA8A85CF2}" type="pres">
      <dgm:prSet presAssocID="{F6090953-BF6F-44BE-8139-588ACCDD61CF}" presName="connectorText" presStyleLbl="sibTrans2D1" presStyleIdx="3" presStyleCnt="5"/>
      <dgm:spPr/>
    </dgm:pt>
    <dgm:pt modelId="{3BE89579-6E13-450D-A6BE-106699000482}" type="pres">
      <dgm:prSet presAssocID="{47CDE45D-D5A0-45C3-8351-34CC080099EF}" presName="node" presStyleLbl="node1" presStyleIdx="3" presStyleCnt="5">
        <dgm:presLayoutVars>
          <dgm:bulletEnabled val="1"/>
        </dgm:presLayoutVars>
      </dgm:prSet>
      <dgm:spPr/>
    </dgm:pt>
    <dgm:pt modelId="{9B7B5AB5-8980-4CA9-91AB-46531CC3F83C}" type="pres">
      <dgm:prSet presAssocID="{A79D2C6A-49B7-4132-917C-102A51EF35B0}" presName="parTrans" presStyleLbl="sibTrans2D1" presStyleIdx="4" presStyleCnt="5"/>
      <dgm:spPr/>
    </dgm:pt>
    <dgm:pt modelId="{03C188E7-7194-4216-83A4-B872FEAA7AE8}" type="pres">
      <dgm:prSet presAssocID="{A79D2C6A-49B7-4132-917C-102A51EF35B0}" presName="connectorText" presStyleLbl="sibTrans2D1" presStyleIdx="4" presStyleCnt="5"/>
      <dgm:spPr/>
    </dgm:pt>
    <dgm:pt modelId="{EB8A85DB-2896-4AD8-ACD1-D977D370F27C}" type="pres">
      <dgm:prSet presAssocID="{CE490BC1-31DC-4F63-821C-7CF126E248AD}" presName="node" presStyleLbl="node1" presStyleIdx="4" presStyleCnt="5">
        <dgm:presLayoutVars>
          <dgm:bulletEnabled val="1"/>
        </dgm:presLayoutVars>
      </dgm:prSet>
      <dgm:spPr/>
    </dgm:pt>
  </dgm:ptLst>
  <dgm:cxnLst>
    <dgm:cxn modelId="{10078D17-8BE8-497C-AA78-06AFD16C31EC}" type="presOf" srcId="{3240AEC0-41B9-4577-8E78-A50FB40FC608}" destId="{2ADA3221-8A1D-4703-95F2-EF529C6C75B0}" srcOrd="1" destOrd="0" presId="urn:microsoft.com/office/officeart/2005/8/layout/radial5"/>
    <dgm:cxn modelId="{A26FF91A-659D-4DA7-9F18-A0BDE34E55C8}" type="presOf" srcId="{497D6E41-8311-4953-A007-B4E1F29984FE}" destId="{05D1F4E3-C2EF-402D-82F5-E201C742F6A4}" srcOrd="0" destOrd="0" presId="urn:microsoft.com/office/officeart/2005/8/layout/radial5"/>
    <dgm:cxn modelId="{8440DD1C-2312-4CF3-8280-7998AADF1116}" type="presOf" srcId="{CFBEBD46-45DD-4C38-A844-01F299E56F88}" destId="{C36E4B20-103B-46C5-A8DE-CB6510E0E693}" srcOrd="0" destOrd="0" presId="urn:microsoft.com/office/officeart/2005/8/layout/radial5"/>
    <dgm:cxn modelId="{5B183A5D-7E98-42EB-9BAE-BB735385E46E}" type="presOf" srcId="{CE490BC1-31DC-4F63-821C-7CF126E248AD}" destId="{EB8A85DB-2896-4AD8-ACD1-D977D370F27C}" srcOrd="0" destOrd="0" presId="urn:microsoft.com/office/officeart/2005/8/layout/radial5"/>
    <dgm:cxn modelId="{3522195F-6E20-4AEB-B2DE-1EC6A25A7E99}" type="presOf" srcId="{497D6E41-8311-4953-A007-B4E1F29984FE}" destId="{41B48A08-F0DE-4D28-BE2C-05F8D9FB5A14}" srcOrd="1" destOrd="0" presId="urn:microsoft.com/office/officeart/2005/8/layout/radial5"/>
    <dgm:cxn modelId="{8C94B151-B3BA-4FC0-BA9C-3BA1FFD86145}" type="presOf" srcId="{594F2289-D385-4943-B4DA-012BC3BA215B}" destId="{5326E738-71E6-40EE-9AE5-BA0E7DBAD1F6}" srcOrd="0" destOrd="0" presId="urn:microsoft.com/office/officeart/2005/8/layout/radial5"/>
    <dgm:cxn modelId="{882CF554-202D-4252-90B6-59797659D1F0}" type="presOf" srcId="{F6090953-BF6F-44BE-8139-588ACCDD61CF}" destId="{E7FA793C-0526-40FD-AA57-604579401167}" srcOrd="0" destOrd="0" presId="urn:microsoft.com/office/officeart/2005/8/layout/radial5"/>
    <dgm:cxn modelId="{4059A97F-1578-42C5-98B4-2834598BF443}" type="presOf" srcId="{CFBEBD46-45DD-4C38-A844-01F299E56F88}" destId="{95C0CB7F-4800-4C22-9221-B7626BDC325B}" srcOrd="1" destOrd="0" presId="urn:microsoft.com/office/officeart/2005/8/layout/radial5"/>
    <dgm:cxn modelId="{10BB768B-9187-4BCC-A5B5-B116662E0CF7}" type="presOf" srcId="{C1B557B1-BBF4-411C-9515-5B7ABC138B60}" destId="{E4F355E7-7A80-4AC4-95E8-6D5E029F7BD2}" srcOrd="0" destOrd="0" presId="urn:microsoft.com/office/officeart/2005/8/layout/radial5"/>
    <dgm:cxn modelId="{CB6C268C-09CF-4F81-AF7A-F14189636A7A}" srcId="{C1B557B1-BBF4-411C-9515-5B7ABC138B60}" destId="{5D5A3442-BDA0-45E2-ADAA-35769DF54AA7}" srcOrd="2" destOrd="0" parTransId="{CFBEBD46-45DD-4C38-A844-01F299E56F88}" sibTransId="{251C47A8-8027-4FF1-BE91-6CA951568676}"/>
    <dgm:cxn modelId="{759EEA8D-7014-408F-9282-A3E1C34E3B8C}" type="presOf" srcId="{9E9EAC33-259C-47EB-B6E4-F1CFC0CCD74D}" destId="{EE8DD6AE-D6D7-461C-94B7-9D52FC763162}" srcOrd="0" destOrd="0" presId="urn:microsoft.com/office/officeart/2005/8/layout/radial5"/>
    <dgm:cxn modelId="{E9D5DE8E-DE28-45AE-9F9A-0CF232641FA3}" srcId="{C1B557B1-BBF4-411C-9515-5B7ABC138B60}" destId="{99BDF591-F691-4DE6-AB00-4BAF0FD762FA}" srcOrd="1" destOrd="0" parTransId="{3240AEC0-41B9-4577-8E78-A50FB40FC608}" sibTransId="{0A2C6C3E-C4CA-456D-8B05-1F5AA73524E0}"/>
    <dgm:cxn modelId="{68BFC3A9-A28E-49BC-A36A-C4603C0FFE7C}" srcId="{C1B557B1-BBF4-411C-9515-5B7ABC138B60}" destId="{47CDE45D-D5A0-45C3-8351-34CC080099EF}" srcOrd="3" destOrd="0" parTransId="{F6090953-BF6F-44BE-8139-588ACCDD61CF}" sibTransId="{232AE8B8-D772-443F-BFC2-BCE9B97682FA}"/>
    <dgm:cxn modelId="{5B24ADAC-BE48-4D89-B712-B4F985D10DCA}" type="presOf" srcId="{A79D2C6A-49B7-4132-917C-102A51EF35B0}" destId="{03C188E7-7194-4216-83A4-B872FEAA7AE8}" srcOrd="1" destOrd="0" presId="urn:microsoft.com/office/officeart/2005/8/layout/radial5"/>
    <dgm:cxn modelId="{430235AF-00A0-4E62-A3B5-9B9ED7DA73F0}" srcId="{C1B557B1-BBF4-411C-9515-5B7ABC138B60}" destId="{CE490BC1-31DC-4F63-821C-7CF126E248AD}" srcOrd="4" destOrd="0" parTransId="{A79D2C6A-49B7-4132-917C-102A51EF35B0}" sibTransId="{416AD7D2-1C92-4F06-9FB9-A7CD1DE03F6A}"/>
    <dgm:cxn modelId="{CAD2B8B8-F2EC-4F3C-8AF2-3216F6914C05}" type="presOf" srcId="{A79D2C6A-49B7-4132-917C-102A51EF35B0}" destId="{9B7B5AB5-8980-4CA9-91AB-46531CC3F83C}" srcOrd="0" destOrd="0" presId="urn:microsoft.com/office/officeart/2005/8/layout/radial5"/>
    <dgm:cxn modelId="{3E90E6C6-03AD-4666-9F12-6436382E56A6}" type="presOf" srcId="{F6090953-BF6F-44BE-8139-588ACCDD61CF}" destId="{5E5F3C18-C35A-48E1-A476-D07FA8A85CF2}" srcOrd="1" destOrd="0" presId="urn:microsoft.com/office/officeart/2005/8/layout/radial5"/>
    <dgm:cxn modelId="{F49B83CB-10DA-4BF4-B069-811AED305814}" type="presOf" srcId="{47CDE45D-D5A0-45C3-8351-34CC080099EF}" destId="{3BE89579-6E13-450D-A6BE-106699000482}" srcOrd="0" destOrd="0" presId="urn:microsoft.com/office/officeart/2005/8/layout/radial5"/>
    <dgm:cxn modelId="{B0BE22DA-143C-41EE-BE53-986C03DBC395}" type="presOf" srcId="{5D5A3442-BDA0-45E2-ADAA-35769DF54AA7}" destId="{CBC2B00A-3DC0-4424-9973-4077089CE6A3}" srcOrd="0" destOrd="0" presId="urn:microsoft.com/office/officeart/2005/8/layout/radial5"/>
    <dgm:cxn modelId="{D0CEF7E7-D9F9-41C3-8C77-B2648733A7E8}" srcId="{594F2289-D385-4943-B4DA-012BC3BA215B}" destId="{C1B557B1-BBF4-411C-9515-5B7ABC138B60}" srcOrd="0" destOrd="0" parTransId="{E2538A94-012C-4D54-9193-6253A3EB5AF8}" sibTransId="{461E1F2D-28EA-4E78-AF18-4E015320DA0A}"/>
    <dgm:cxn modelId="{8F11ADEE-7A25-4D1B-A25D-653958DED9F3}" type="presOf" srcId="{3240AEC0-41B9-4577-8E78-A50FB40FC608}" destId="{87D62D14-3DE3-4933-B9B8-BE2B5CAC9AEB}" srcOrd="0" destOrd="0" presId="urn:microsoft.com/office/officeart/2005/8/layout/radial5"/>
    <dgm:cxn modelId="{104A17FC-D7F5-4BDC-BA3F-9AFC65562B68}" srcId="{C1B557B1-BBF4-411C-9515-5B7ABC138B60}" destId="{9E9EAC33-259C-47EB-B6E4-F1CFC0CCD74D}" srcOrd="0" destOrd="0" parTransId="{497D6E41-8311-4953-A007-B4E1F29984FE}" sibTransId="{C67CCDB3-AFCE-4334-899E-9A2DAE2D5063}"/>
    <dgm:cxn modelId="{7D93DBFF-16F5-405A-97FD-78EF682680BA}" type="presOf" srcId="{99BDF591-F691-4DE6-AB00-4BAF0FD762FA}" destId="{AE116BB2-6048-4478-B560-DBB5FEA51ADB}" srcOrd="0" destOrd="0" presId="urn:microsoft.com/office/officeart/2005/8/layout/radial5"/>
    <dgm:cxn modelId="{8DE8BE6A-A160-49EF-928E-BE180B1AD65A}" type="presParOf" srcId="{5326E738-71E6-40EE-9AE5-BA0E7DBAD1F6}" destId="{E4F355E7-7A80-4AC4-95E8-6D5E029F7BD2}" srcOrd="0" destOrd="0" presId="urn:microsoft.com/office/officeart/2005/8/layout/radial5"/>
    <dgm:cxn modelId="{0FA11E48-69CF-4DE6-8F91-9C6F2249321C}" type="presParOf" srcId="{5326E738-71E6-40EE-9AE5-BA0E7DBAD1F6}" destId="{05D1F4E3-C2EF-402D-82F5-E201C742F6A4}" srcOrd="1" destOrd="0" presId="urn:microsoft.com/office/officeart/2005/8/layout/radial5"/>
    <dgm:cxn modelId="{8F2AEE02-DE61-4437-88E2-7DF5551FD069}" type="presParOf" srcId="{05D1F4E3-C2EF-402D-82F5-E201C742F6A4}" destId="{41B48A08-F0DE-4D28-BE2C-05F8D9FB5A14}" srcOrd="0" destOrd="0" presId="urn:microsoft.com/office/officeart/2005/8/layout/radial5"/>
    <dgm:cxn modelId="{E193E1A5-2F71-4FED-9066-AC047B6B863F}" type="presParOf" srcId="{5326E738-71E6-40EE-9AE5-BA0E7DBAD1F6}" destId="{EE8DD6AE-D6D7-461C-94B7-9D52FC763162}" srcOrd="2" destOrd="0" presId="urn:microsoft.com/office/officeart/2005/8/layout/radial5"/>
    <dgm:cxn modelId="{EE921FC8-A9ED-4E0D-BD6E-648AB27BD88B}" type="presParOf" srcId="{5326E738-71E6-40EE-9AE5-BA0E7DBAD1F6}" destId="{87D62D14-3DE3-4933-B9B8-BE2B5CAC9AEB}" srcOrd="3" destOrd="0" presId="urn:microsoft.com/office/officeart/2005/8/layout/radial5"/>
    <dgm:cxn modelId="{A1F53595-1405-44BC-BAC5-5BD3FB233703}" type="presParOf" srcId="{87D62D14-3DE3-4933-B9B8-BE2B5CAC9AEB}" destId="{2ADA3221-8A1D-4703-95F2-EF529C6C75B0}" srcOrd="0" destOrd="0" presId="urn:microsoft.com/office/officeart/2005/8/layout/radial5"/>
    <dgm:cxn modelId="{E52037F8-5C1E-41A9-9058-2B047A877393}" type="presParOf" srcId="{5326E738-71E6-40EE-9AE5-BA0E7DBAD1F6}" destId="{AE116BB2-6048-4478-B560-DBB5FEA51ADB}" srcOrd="4" destOrd="0" presId="urn:microsoft.com/office/officeart/2005/8/layout/radial5"/>
    <dgm:cxn modelId="{BA4E0D61-A056-4F33-800B-DEAF1452D7B7}" type="presParOf" srcId="{5326E738-71E6-40EE-9AE5-BA0E7DBAD1F6}" destId="{C36E4B20-103B-46C5-A8DE-CB6510E0E693}" srcOrd="5" destOrd="0" presId="urn:microsoft.com/office/officeart/2005/8/layout/radial5"/>
    <dgm:cxn modelId="{785A04DD-67A8-4430-9540-D54D0D1546D8}" type="presParOf" srcId="{C36E4B20-103B-46C5-A8DE-CB6510E0E693}" destId="{95C0CB7F-4800-4C22-9221-B7626BDC325B}" srcOrd="0" destOrd="0" presId="urn:microsoft.com/office/officeart/2005/8/layout/radial5"/>
    <dgm:cxn modelId="{BB3F7E42-F12B-4FC2-9911-22929B4DD88B}" type="presParOf" srcId="{5326E738-71E6-40EE-9AE5-BA0E7DBAD1F6}" destId="{CBC2B00A-3DC0-4424-9973-4077089CE6A3}" srcOrd="6" destOrd="0" presId="urn:microsoft.com/office/officeart/2005/8/layout/radial5"/>
    <dgm:cxn modelId="{CBC7E12A-489C-498C-9EDD-3C3825DB6E4B}" type="presParOf" srcId="{5326E738-71E6-40EE-9AE5-BA0E7DBAD1F6}" destId="{E7FA793C-0526-40FD-AA57-604579401167}" srcOrd="7" destOrd="0" presId="urn:microsoft.com/office/officeart/2005/8/layout/radial5"/>
    <dgm:cxn modelId="{4ABAD30D-3939-4CC7-8AAC-D258FCB9DF72}" type="presParOf" srcId="{E7FA793C-0526-40FD-AA57-604579401167}" destId="{5E5F3C18-C35A-48E1-A476-D07FA8A85CF2}" srcOrd="0" destOrd="0" presId="urn:microsoft.com/office/officeart/2005/8/layout/radial5"/>
    <dgm:cxn modelId="{1452B248-24F5-48B9-8B62-4B440B3C2E48}" type="presParOf" srcId="{5326E738-71E6-40EE-9AE5-BA0E7DBAD1F6}" destId="{3BE89579-6E13-450D-A6BE-106699000482}" srcOrd="8" destOrd="0" presId="urn:microsoft.com/office/officeart/2005/8/layout/radial5"/>
    <dgm:cxn modelId="{E8E9B11E-885A-4FDC-B369-969C7E143DD1}" type="presParOf" srcId="{5326E738-71E6-40EE-9AE5-BA0E7DBAD1F6}" destId="{9B7B5AB5-8980-4CA9-91AB-46531CC3F83C}" srcOrd="9" destOrd="0" presId="urn:microsoft.com/office/officeart/2005/8/layout/radial5"/>
    <dgm:cxn modelId="{A4524751-3784-40A3-A31F-8C3FDDEE5FD3}" type="presParOf" srcId="{9B7B5AB5-8980-4CA9-91AB-46531CC3F83C}" destId="{03C188E7-7194-4216-83A4-B872FEAA7AE8}" srcOrd="0" destOrd="0" presId="urn:microsoft.com/office/officeart/2005/8/layout/radial5"/>
    <dgm:cxn modelId="{7D4635DD-D777-4073-A909-B3FE51306A7B}" type="presParOf" srcId="{5326E738-71E6-40EE-9AE5-BA0E7DBAD1F6}" destId="{EB8A85DB-2896-4AD8-ACD1-D977D370F27C}" srcOrd="10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DF4D0C-0571-4498-9A67-CF35A1CBE690}" type="doc">
      <dgm:prSet loTypeId="urn:microsoft.com/office/officeart/2008/layout/VerticalCurvedList" loCatId="list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AB2D5FFE-686C-458E-B099-3016610BE778}">
      <dgm:prSet phldrT="[Text]"/>
      <dgm:spPr/>
      <dgm:t>
        <a:bodyPr/>
        <a:lstStyle/>
        <a:p>
          <a:r>
            <a:rPr lang="en-US" dirty="0" err="1">
              <a:latin typeface="+mn-lt"/>
              <a:ea typeface="Verdana" panose="020B0604030504040204" pitchFamily="34" charset="0"/>
            </a:rPr>
            <a:t>Đưa</a:t>
          </a:r>
          <a:r>
            <a:rPr lang="en-US" dirty="0">
              <a:latin typeface="+mn-lt"/>
              <a:ea typeface="Verdana" panose="020B0604030504040204" pitchFamily="34" charset="0"/>
            </a:rPr>
            <a:t> ra </a:t>
          </a:r>
          <a:r>
            <a:rPr lang="en-US" dirty="0" err="1">
              <a:latin typeface="+mn-lt"/>
              <a:ea typeface="Verdana" panose="020B0604030504040204" pitchFamily="34" charset="0"/>
            </a:rPr>
            <a:t>một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công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cụ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quản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lý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công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việc</a:t>
          </a:r>
          <a:r>
            <a:rPr lang="en-US" dirty="0">
              <a:latin typeface="+mn-lt"/>
              <a:ea typeface="Verdana" panose="020B0604030504040204" pitchFamily="34" charset="0"/>
            </a:rPr>
            <a:t>, </a:t>
          </a:r>
          <a:r>
            <a:rPr lang="en-US" dirty="0" err="1">
              <a:latin typeface="+mn-lt"/>
              <a:ea typeface="Verdana" panose="020B0604030504040204" pitchFamily="34" charset="0"/>
            </a:rPr>
            <a:t>quản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lý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đánh</a:t>
          </a:r>
          <a:r>
            <a:rPr lang="en-US" dirty="0">
              <a:latin typeface="+mn-lt"/>
              <a:ea typeface="Verdana" panose="020B0604030504040204" pitchFamily="34" charset="0"/>
            </a:rPr>
            <a:t> </a:t>
          </a:r>
          <a:r>
            <a:rPr lang="en-US" dirty="0" err="1">
              <a:latin typeface="+mn-lt"/>
              <a:ea typeface="Verdana" panose="020B0604030504040204" pitchFamily="34" charset="0"/>
            </a:rPr>
            <a:t>giá</a:t>
          </a:r>
          <a:endParaRPr lang="en-US" dirty="0">
            <a:latin typeface="+mn-lt"/>
          </a:endParaRPr>
        </a:p>
      </dgm:t>
    </dgm:pt>
    <dgm:pt modelId="{9AC334FB-DFD0-430C-9111-58DA0497F8DE}" type="parTrans" cxnId="{34B01165-8B0A-4703-9B6B-6EB3E40A905F}">
      <dgm:prSet/>
      <dgm:spPr/>
      <dgm:t>
        <a:bodyPr/>
        <a:lstStyle/>
        <a:p>
          <a:endParaRPr lang="en-US"/>
        </a:p>
      </dgm:t>
    </dgm:pt>
    <dgm:pt modelId="{09448D6B-9D17-4D11-82EF-194E6D5EC9F1}" type="sibTrans" cxnId="{34B01165-8B0A-4703-9B6B-6EB3E40A905F}">
      <dgm:prSet/>
      <dgm:spPr/>
      <dgm:t>
        <a:bodyPr/>
        <a:lstStyle/>
        <a:p>
          <a:endParaRPr lang="en-US"/>
        </a:p>
      </dgm:t>
    </dgm:pt>
    <dgm:pt modelId="{F5137DF9-71D0-49A0-99D1-09EDFAECCDEE}">
      <dgm:prSet phldrT="[Text]"/>
      <dgm:spPr/>
      <dgm:t>
        <a:bodyPr/>
        <a:lstStyle/>
        <a:p>
          <a:r>
            <a:rPr lang="en-US" dirty="0" err="1"/>
            <a:t>Đưa</a:t>
          </a:r>
          <a:r>
            <a:rPr lang="en-US" dirty="0"/>
            <a:t> ra </a:t>
          </a:r>
          <a:r>
            <a:rPr lang="en-US" dirty="0" err="1"/>
            <a:t>kết</a:t>
          </a:r>
          <a:r>
            <a:rPr lang="en-US" dirty="0"/>
            <a:t> quả </a:t>
          </a:r>
          <a:r>
            <a:rPr lang="en-US" dirty="0" err="1"/>
            <a:t>cá</a:t>
          </a:r>
          <a:r>
            <a:rPr lang="en-US" dirty="0"/>
            <a:t> </a:t>
          </a:r>
          <a:r>
            <a:rPr lang="en-US" dirty="0" err="1"/>
            <a:t>nhân</a:t>
          </a:r>
          <a:endParaRPr lang="en-US" dirty="0"/>
        </a:p>
      </dgm:t>
    </dgm:pt>
    <dgm:pt modelId="{EDD27FDD-31F2-405D-8424-4A043CBDB4DE}" type="parTrans" cxnId="{6F0C8E52-0706-43EA-9163-DD443A2DF7BA}">
      <dgm:prSet/>
      <dgm:spPr/>
      <dgm:t>
        <a:bodyPr/>
        <a:lstStyle/>
        <a:p>
          <a:endParaRPr lang="en-US"/>
        </a:p>
      </dgm:t>
    </dgm:pt>
    <dgm:pt modelId="{A27107A3-26C8-4182-BFAD-F999396E73FA}" type="sibTrans" cxnId="{6F0C8E52-0706-43EA-9163-DD443A2DF7BA}">
      <dgm:prSet/>
      <dgm:spPr/>
      <dgm:t>
        <a:bodyPr/>
        <a:lstStyle/>
        <a:p>
          <a:endParaRPr lang="en-US"/>
        </a:p>
      </dgm:t>
    </dgm:pt>
    <dgm:pt modelId="{6E09E669-D98C-4C4B-836F-969D57A8944B}">
      <dgm:prSet phldrT="[Text]"/>
      <dgm:spPr/>
      <dgm:t>
        <a:bodyPr/>
        <a:lstStyle/>
        <a:p>
          <a:r>
            <a:rPr lang="en-US" dirty="0" err="1"/>
            <a:t>Thiết</a:t>
          </a:r>
          <a:r>
            <a:rPr lang="en-US" dirty="0"/>
            <a:t> </a:t>
          </a:r>
          <a:r>
            <a:rPr lang="en-US" dirty="0" err="1"/>
            <a:t>lập</a:t>
          </a:r>
          <a:r>
            <a:rPr lang="en-US" dirty="0"/>
            <a:t> </a:t>
          </a:r>
          <a:r>
            <a:rPr lang="en-US" dirty="0" err="1"/>
            <a:t>các</a:t>
          </a:r>
          <a:r>
            <a:rPr lang="en-US" dirty="0"/>
            <a:t> </a:t>
          </a:r>
          <a:r>
            <a:rPr lang="en-US" dirty="0" err="1"/>
            <a:t>công</a:t>
          </a:r>
          <a:r>
            <a:rPr lang="en-US" dirty="0"/>
            <a:t> </a:t>
          </a:r>
          <a:r>
            <a:rPr lang="en-US" dirty="0" err="1"/>
            <a:t>thức</a:t>
          </a:r>
          <a:r>
            <a:rPr lang="en-US" dirty="0"/>
            <a:t> </a:t>
          </a:r>
          <a:r>
            <a:rPr lang="en-US" dirty="0" err="1"/>
            <a:t>tính</a:t>
          </a:r>
          <a:r>
            <a:rPr lang="en-US" dirty="0"/>
            <a:t> </a:t>
          </a:r>
          <a:r>
            <a:rPr lang="en-US" dirty="0" err="1"/>
            <a:t>lương</a:t>
          </a:r>
          <a:r>
            <a:rPr lang="en-US" dirty="0"/>
            <a:t> </a:t>
          </a:r>
          <a:r>
            <a:rPr lang="en-US" dirty="0" err="1"/>
            <a:t>thưởng</a:t>
          </a:r>
          <a:endParaRPr lang="en-US" dirty="0"/>
        </a:p>
      </dgm:t>
    </dgm:pt>
    <dgm:pt modelId="{6430979A-D010-4B5E-BF94-1FC2A6ED2899}" type="parTrans" cxnId="{B0EC9ABB-B805-46C8-A6B7-2CFC801FF6E4}">
      <dgm:prSet/>
      <dgm:spPr/>
      <dgm:t>
        <a:bodyPr/>
        <a:lstStyle/>
        <a:p>
          <a:endParaRPr lang="en-US"/>
        </a:p>
      </dgm:t>
    </dgm:pt>
    <dgm:pt modelId="{02F724A5-1DE0-4DDB-841C-09B34FD02AA1}" type="sibTrans" cxnId="{B0EC9ABB-B805-46C8-A6B7-2CFC801FF6E4}">
      <dgm:prSet/>
      <dgm:spPr/>
      <dgm:t>
        <a:bodyPr/>
        <a:lstStyle/>
        <a:p>
          <a:endParaRPr lang="en-US"/>
        </a:p>
      </dgm:t>
    </dgm:pt>
    <dgm:pt modelId="{4F4888CC-5F6F-4AA6-B351-27921524A623}">
      <dgm:prSet phldrT="[Text]"/>
      <dgm:spPr/>
      <dgm:t>
        <a:bodyPr/>
        <a:lstStyle/>
        <a:p>
          <a:r>
            <a:rPr lang="en-US" dirty="0" err="1"/>
            <a:t>Tích</a:t>
          </a:r>
          <a:r>
            <a:rPr lang="en-US" dirty="0"/>
            <a:t> </a:t>
          </a:r>
          <a:r>
            <a:rPr lang="en-US" dirty="0" err="1"/>
            <a:t>hợp</a:t>
          </a:r>
          <a:r>
            <a:rPr lang="en-US" dirty="0"/>
            <a:t> </a:t>
          </a:r>
          <a:r>
            <a:rPr lang="en-US" dirty="0" err="1"/>
            <a:t>dữ</a:t>
          </a:r>
          <a:r>
            <a:rPr lang="en-US" dirty="0"/>
            <a:t> </a:t>
          </a:r>
          <a:r>
            <a:rPr lang="en-US" dirty="0" err="1"/>
            <a:t>liệu</a:t>
          </a:r>
          <a:r>
            <a:rPr lang="en-US" dirty="0"/>
            <a:t> </a:t>
          </a:r>
          <a:r>
            <a:rPr lang="en-US" dirty="0" err="1"/>
            <a:t>từ</a:t>
          </a:r>
          <a:r>
            <a:rPr lang="en-US" dirty="0"/>
            <a:t> </a:t>
          </a:r>
          <a:r>
            <a:rPr lang="en-US" dirty="0" err="1"/>
            <a:t>DXClan</a:t>
          </a:r>
          <a:endParaRPr lang="en-US" dirty="0"/>
        </a:p>
      </dgm:t>
    </dgm:pt>
    <dgm:pt modelId="{EB0A1CEB-97F7-4AE1-92DE-05602C526854}" type="parTrans" cxnId="{C0064900-6ED3-410C-B905-BB7762D61FCD}">
      <dgm:prSet/>
      <dgm:spPr/>
      <dgm:t>
        <a:bodyPr/>
        <a:lstStyle/>
        <a:p>
          <a:endParaRPr lang="en-US"/>
        </a:p>
      </dgm:t>
    </dgm:pt>
    <dgm:pt modelId="{EF637DA8-4C6A-4322-AA14-577C9F278BCB}" type="sibTrans" cxnId="{C0064900-6ED3-410C-B905-BB7762D61FCD}">
      <dgm:prSet/>
      <dgm:spPr/>
      <dgm:t>
        <a:bodyPr/>
        <a:lstStyle/>
        <a:p>
          <a:endParaRPr lang="en-US"/>
        </a:p>
      </dgm:t>
    </dgm:pt>
    <dgm:pt modelId="{12D34537-F01B-4ADC-A8A7-988476BEE270}">
      <dgm:prSet phldrT="[Text]"/>
      <dgm:spPr/>
      <dgm:t>
        <a:bodyPr/>
        <a:lstStyle/>
        <a:p>
          <a:r>
            <a:rPr lang="en-US" dirty="0"/>
            <a:t>Batch job </a:t>
          </a:r>
          <a:r>
            <a:rPr lang="en-US" dirty="0" err="1"/>
            <a:t>và</a:t>
          </a:r>
          <a:r>
            <a:rPr lang="en-US" dirty="0"/>
            <a:t> </a:t>
          </a:r>
          <a:r>
            <a:rPr lang="en-US" dirty="0" err="1"/>
            <a:t>đồng</a:t>
          </a:r>
          <a:r>
            <a:rPr lang="en-US" dirty="0"/>
            <a:t> </a:t>
          </a:r>
          <a:r>
            <a:rPr lang="en-US" dirty="0" err="1"/>
            <a:t>bộ</a:t>
          </a:r>
          <a:endParaRPr lang="en-US" dirty="0"/>
        </a:p>
      </dgm:t>
    </dgm:pt>
    <dgm:pt modelId="{725538F5-A55E-431C-B14E-F12B163BE24A}" type="parTrans" cxnId="{0064AA80-EE6A-4FA3-8A10-0D3EAC5E0909}">
      <dgm:prSet/>
      <dgm:spPr/>
      <dgm:t>
        <a:bodyPr/>
        <a:lstStyle/>
        <a:p>
          <a:endParaRPr lang="en-US"/>
        </a:p>
      </dgm:t>
    </dgm:pt>
    <dgm:pt modelId="{0A87AFE3-BCDF-4D31-8626-B9477A0157CA}" type="sibTrans" cxnId="{0064AA80-EE6A-4FA3-8A10-0D3EAC5E0909}">
      <dgm:prSet/>
      <dgm:spPr/>
      <dgm:t>
        <a:bodyPr/>
        <a:lstStyle/>
        <a:p>
          <a:endParaRPr lang="en-US"/>
        </a:p>
      </dgm:t>
    </dgm:pt>
    <dgm:pt modelId="{9CED0697-9EF6-4E56-8630-FC4D5C021056}" type="pres">
      <dgm:prSet presAssocID="{75DF4D0C-0571-4498-9A67-CF35A1CBE690}" presName="Name0" presStyleCnt="0">
        <dgm:presLayoutVars>
          <dgm:chMax val="7"/>
          <dgm:chPref val="7"/>
          <dgm:dir/>
        </dgm:presLayoutVars>
      </dgm:prSet>
      <dgm:spPr/>
    </dgm:pt>
    <dgm:pt modelId="{1D6A5125-7E5D-41A0-BD8C-15D36C799139}" type="pres">
      <dgm:prSet presAssocID="{75DF4D0C-0571-4498-9A67-CF35A1CBE690}" presName="Name1" presStyleCnt="0"/>
      <dgm:spPr/>
    </dgm:pt>
    <dgm:pt modelId="{19C0160E-D301-4030-932C-797F313B5DAE}" type="pres">
      <dgm:prSet presAssocID="{75DF4D0C-0571-4498-9A67-CF35A1CBE690}" presName="cycle" presStyleCnt="0"/>
      <dgm:spPr/>
    </dgm:pt>
    <dgm:pt modelId="{40117F06-92BD-4ADF-86C9-79AFD7D54333}" type="pres">
      <dgm:prSet presAssocID="{75DF4D0C-0571-4498-9A67-CF35A1CBE690}" presName="srcNode" presStyleLbl="node1" presStyleIdx="0" presStyleCnt="5"/>
      <dgm:spPr/>
    </dgm:pt>
    <dgm:pt modelId="{65197801-4302-40C0-9416-08D9055AAE3C}" type="pres">
      <dgm:prSet presAssocID="{75DF4D0C-0571-4498-9A67-CF35A1CBE690}" presName="conn" presStyleLbl="parChTrans1D2" presStyleIdx="0" presStyleCnt="1"/>
      <dgm:spPr/>
    </dgm:pt>
    <dgm:pt modelId="{98A315E2-6CEE-4A79-9FC6-9324A52EE972}" type="pres">
      <dgm:prSet presAssocID="{75DF4D0C-0571-4498-9A67-CF35A1CBE690}" presName="extraNode" presStyleLbl="node1" presStyleIdx="0" presStyleCnt="5"/>
      <dgm:spPr/>
    </dgm:pt>
    <dgm:pt modelId="{7D9EF2FF-386E-4C45-98B4-FF8FB42CEB3B}" type="pres">
      <dgm:prSet presAssocID="{75DF4D0C-0571-4498-9A67-CF35A1CBE690}" presName="dstNode" presStyleLbl="node1" presStyleIdx="0" presStyleCnt="5"/>
      <dgm:spPr/>
    </dgm:pt>
    <dgm:pt modelId="{CAAE8CC2-6C07-4334-909A-D0CED1BDA6C6}" type="pres">
      <dgm:prSet presAssocID="{AB2D5FFE-686C-458E-B099-3016610BE778}" presName="text_1" presStyleLbl="node1" presStyleIdx="0" presStyleCnt="5">
        <dgm:presLayoutVars>
          <dgm:bulletEnabled val="1"/>
        </dgm:presLayoutVars>
      </dgm:prSet>
      <dgm:spPr/>
    </dgm:pt>
    <dgm:pt modelId="{93863357-C51D-46D4-A76C-F189BC6E30E5}" type="pres">
      <dgm:prSet presAssocID="{AB2D5FFE-686C-458E-B099-3016610BE778}" presName="accent_1" presStyleCnt="0"/>
      <dgm:spPr/>
    </dgm:pt>
    <dgm:pt modelId="{3049C38D-8C8D-417C-92D6-D272F04E1B91}" type="pres">
      <dgm:prSet presAssocID="{AB2D5FFE-686C-458E-B099-3016610BE778}" presName="accentRepeatNode" presStyleLbl="solidFgAcc1" presStyleIdx="0" presStyleCnt="5"/>
      <dgm:spPr/>
    </dgm:pt>
    <dgm:pt modelId="{EE0DB214-2A7D-44D8-822F-92000A9B3456}" type="pres">
      <dgm:prSet presAssocID="{F5137DF9-71D0-49A0-99D1-09EDFAECCDEE}" presName="text_2" presStyleLbl="node1" presStyleIdx="1" presStyleCnt="5">
        <dgm:presLayoutVars>
          <dgm:bulletEnabled val="1"/>
        </dgm:presLayoutVars>
      </dgm:prSet>
      <dgm:spPr/>
    </dgm:pt>
    <dgm:pt modelId="{ECCDAD50-8FA1-4D6F-BB06-4A38F0CAFFEC}" type="pres">
      <dgm:prSet presAssocID="{F5137DF9-71D0-49A0-99D1-09EDFAECCDEE}" presName="accent_2" presStyleCnt="0"/>
      <dgm:spPr/>
    </dgm:pt>
    <dgm:pt modelId="{D83CE9FB-0938-4831-AC3D-6CB4DDA31AFA}" type="pres">
      <dgm:prSet presAssocID="{F5137DF9-71D0-49A0-99D1-09EDFAECCDEE}" presName="accentRepeatNode" presStyleLbl="solidFgAcc1" presStyleIdx="1" presStyleCnt="5"/>
      <dgm:spPr/>
    </dgm:pt>
    <dgm:pt modelId="{E59EFB2A-FE50-4EFA-BDCB-40ED14ED8CD1}" type="pres">
      <dgm:prSet presAssocID="{6E09E669-D98C-4C4B-836F-969D57A8944B}" presName="text_3" presStyleLbl="node1" presStyleIdx="2" presStyleCnt="5">
        <dgm:presLayoutVars>
          <dgm:bulletEnabled val="1"/>
        </dgm:presLayoutVars>
      </dgm:prSet>
      <dgm:spPr/>
    </dgm:pt>
    <dgm:pt modelId="{C03AF1AB-D2C3-41F2-964F-3F101F463FE0}" type="pres">
      <dgm:prSet presAssocID="{6E09E669-D98C-4C4B-836F-969D57A8944B}" presName="accent_3" presStyleCnt="0"/>
      <dgm:spPr/>
    </dgm:pt>
    <dgm:pt modelId="{5EF0659C-8C18-4ED9-AF8A-7AAA02D51307}" type="pres">
      <dgm:prSet presAssocID="{6E09E669-D98C-4C4B-836F-969D57A8944B}" presName="accentRepeatNode" presStyleLbl="solidFgAcc1" presStyleIdx="2" presStyleCnt="5"/>
      <dgm:spPr/>
    </dgm:pt>
    <dgm:pt modelId="{5554F522-C8F5-49DE-A44E-6024E1F0B383}" type="pres">
      <dgm:prSet presAssocID="{4F4888CC-5F6F-4AA6-B351-27921524A623}" presName="text_4" presStyleLbl="node1" presStyleIdx="3" presStyleCnt="5">
        <dgm:presLayoutVars>
          <dgm:bulletEnabled val="1"/>
        </dgm:presLayoutVars>
      </dgm:prSet>
      <dgm:spPr/>
    </dgm:pt>
    <dgm:pt modelId="{D8795DA2-BCDC-4F80-8C7A-EBC4B91FBB32}" type="pres">
      <dgm:prSet presAssocID="{4F4888CC-5F6F-4AA6-B351-27921524A623}" presName="accent_4" presStyleCnt="0"/>
      <dgm:spPr/>
    </dgm:pt>
    <dgm:pt modelId="{B2A01C5F-E451-41EA-8ECB-9296C9BD46E7}" type="pres">
      <dgm:prSet presAssocID="{4F4888CC-5F6F-4AA6-B351-27921524A623}" presName="accentRepeatNode" presStyleLbl="solidFgAcc1" presStyleIdx="3" presStyleCnt="5"/>
      <dgm:spPr/>
    </dgm:pt>
    <dgm:pt modelId="{6CCE24A5-B8CA-402E-974E-7C0274BEE845}" type="pres">
      <dgm:prSet presAssocID="{12D34537-F01B-4ADC-A8A7-988476BEE270}" presName="text_5" presStyleLbl="node1" presStyleIdx="4" presStyleCnt="5">
        <dgm:presLayoutVars>
          <dgm:bulletEnabled val="1"/>
        </dgm:presLayoutVars>
      </dgm:prSet>
      <dgm:spPr/>
    </dgm:pt>
    <dgm:pt modelId="{66B672B1-32CF-4957-818E-D7DF56A1185A}" type="pres">
      <dgm:prSet presAssocID="{12D34537-F01B-4ADC-A8A7-988476BEE270}" presName="accent_5" presStyleCnt="0"/>
      <dgm:spPr/>
    </dgm:pt>
    <dgm:pt modelId="{57117E91-2E1D-4141-A7E6-F019348F846C}" type="pres">
      <dgm:prSet presAssocID="{12D34537-F01B-4ADC-A8A7-988476BEE270}" presName="accentRepeatNode" presStyleLbl="solidFgAcc1" presStyleIdx="4" presStyleCnt="5"/>
      <dgm:spPr/>
    </dgm:pt>
  </dgm:ptLst>
  <dgm:cxnLst>
    <dgm:cxn modelId="{C0064900-6ED3-410C-B905-BB7762D61FCD}" srcId="{75DF4D0C-0571-4498-9A67-CF35A1CBE690}" destId="{4F4888CC-5F6F-4AA6-B351-27921524A623}" srcOrd="3" destOrd="0" parTransId="{EB0A1CEB-97F7-4AE1-92DE-05602C526854}" sibTransId="{EF637DA8-4C6A-4322-AA14-577C9F278BCB}"/>
    <dgm:cxn modelId="{DA809317-AB69-4F08-811E-D7BD3FA28834}" type="presOf" srcId="{75DF4D0C-0571-4498-9A67-CF35A1CBE690}" destId="{9CED0697-9EF6-4E56-8630-FC4D5C021056}" srcOrd="0" destOrd="0" presId="urn:microsoft.com/office/officeart/2008/layout/VerticalCurvedList"/>
    <dgm:cxn modelId="{34B01165-8B0A-4703-9B6B-6EB3E40A905F}" srcId="{75DF4D0C-0571-4498-9A67-CF35A1CBE690}" destId="{AB2D5FFE-686C-458E-B099-3016610BE778}" srcOrd="0" destOrd="0" parTransId="{9AC334FB-DFD0-430C-9111-58DA0497F8DE}" sibTransId="{09448D6B-9D17-4D11-82EF-194E6D5EC9F1}"/>
    <dgm:cxn modelId="{6F0C8E52-0706-43EA-9163-DD443A2DF7BA}" srcId="{75DF4D0C-0571-4498-9A67-CF35A1CBE690}" destId="{F5137DF9-71D0-49A0-99D1-09EDFAECCDEE}" srcOrd="1" destOrd="0" parTransId="{EDD27FDD-31F2-405D-8424-4A043CBDB4DE}" sibTransId="{A27107A3-26C8-4182-BFAD-F999396E73FA}"/>
    <dgm:cxn modelId="{226E7F7F-8FB9-445C-B081-E21341C20AB7}" type="presOf" srcId="{4F4888CC-5F6F-4AA6-B351-27921524A623}" destId="{5554F522-C8F5-49DE-A44E-6024E1F0B383}" srcOrd="0" destOrd="0" presId="urn:microsoft.com/office/officeart/2008/layout/VerticalCurvedList"/>
    <dgm:cxn modelId="{0064AA80-EE6A-4FA3-8A10-0D3EAC5E0909}" srcId="{75DF4D0C-0571-4498-9A67-CF35A1CBE690}" destId="{12D34537-F01B-4ADC-A8A7-988476BEE270}" srcOrd="4" destOrd="0" parTransId="{725538F5-A55E-431C-B14E-F12B163BE24A}" sibTransId="{0A87AFE3-BCDF-4D31-8626-B9477A0157CA}"/>
    <dgm:cxn modelId="{D245AA92-0549-4B4C-ACAA-A2CA0882DF2F}" type="presOf" srcId="{F5137DF9-71D0-49A0-99D1-09EDFAECCDEE}" destId="{EE0DB214-2A7D-44D8-822F-92000A9B3456}" srcOrd="0" destOrd="0" presId="urn:microsoft.com/office/officeart/2008/layout/VerticalCurvedList"/>
    <dgm:cxn modelId="{598278B6-57BC-472D-88ED-82E9FC53A441}" type="presOf" srcId="{09448D6B-9D17-4D11-82EF-194E6D5EC9F1}" destId="{65197801-4302-40C0-9416-08D9055AAE3C}" srcOrd="0" destOrd="0" presId="urn:microsoft.com/office/officeart/2008/layout/VerticalCurvedList"/>
    <dgm:cxn modelId="{14819EB9-3027-4AA5-ADA8-552F5C48C3EF}" type="presOf" srcId="{6E09E669-D98C-4C4B-836F-969D57A8944B}" destId="{E59EFB2A-FE50-4EFA-BDCB-40ED14ED8CD1}" srcOrd="0" destOrd="0" presId="urn:microsoft.com/office/officeart/2008/layout/VerticalCurvedList"/>
    <dgm:cxn modelId="{B0EC9ABB-B805-46C8-A6B7-2CFC801FF6E4}" srcId="{75DF4D0C-0571-4498-9A67-CF35A1CBE690}" destId="{6E09E669-D98C-4C4B-836F-969D57A8944B}" srcOrd="2" destOrd="0" parTransId="{6430979A-D010-4B5E-BF94-1FC2A6ED2899}" sibTransId="{02F724A5-1DE0-4DDB-841C-09B34FD02AA1}"/>
    <dgm:cxn modelId="{9027BEDD-852D-41CC-A7E3-4B182255316B}" type="presOf" srcId="{AB2D5FFE-686C-458E-B099-3016610BE778}" destId="{CAAE8CC2-6C07-4334-909A-D0CED1BDA6C6}" srcOrd="0" destOrd="0" presId="urn:microsoft.com/office/officeart/2008/layout/VerticalCurvedList"/>
    <dgm:cxn modelId="{F9EAF9EE-BFC0-4DE4-B591-FBA396D7983A}" type="presOf" srcId="{12D34537-F01B-4ADC-A8A7-988476BEE270}" destId="{6CCE24A5-B8CA-402E-974E-7C0274BEE845}" srcOrd="0" destOrd="0" presId="urn:microsoft.com/office/officeart/2008/layout/VerticalCurvedList"/>
    <dgm:cxn modelId="{32451648-6BC3-4AD6-9E1D-840C91EEE027}" type="presParOf" srcId="{9CED0697-9EF6-4E56-8630-FC4D5C021056}" destId="{1D6A5125-7E5D-41A0-BD8C-15D36C799139}" srcOrd="0" destOrd="0" presId="urn:microsoft.com/office/officeart/2008/layout/VerticalCurvedList"/>
    <dgm:cxn modelId="{19968A78-B6E6-43D9-8671-C6356D8C073C}" type="presParOf" srcId="{1D6A5125-7E5D-41A0-BD8C-15D36C799139}" destId="{19C0160E-D301-4030-932C-797F313B5DAE}" srcOrd="0" destOrd="0" presId="urn:microsoft.com/office/officeart/2008/layout/VerticalCurvedList"/>
    <dgm:cxn modelId="{8A06E316-558D-4D14-9E70-7068EC0E239E}" type="presParOf" srcId="{19C0160E-D301-4030-932C-797F313B5DAE}" destId="{40117F06-92BD-4ADF-86C9-79AFD7D54333}" srcOrd="0" destOrd="0" presId="urn:microsoft.com/office/officeart/2008/layout/VerticalCurvedList"/>
    <dgm:cxn modelId="{1C6190B6-9C16-479E-BC55-B1A24F13D9C7}" type="presParOf" srcId="{19C0160E-D301-4030-932C-797F313B5DAE}" destId="{65197801-4302-40C0-9416-08D9055AAE3C}" srcOrd="1" destOrd="0" presId="urn:microsoft.com/office/officeart/2008/layout/VerticalCurvedList"/>
    <dgm:cxn modelId="{6E94B9E5-DB1B-4E7E-92F4-338E78505992}" type="presParOf" srcId="{19C0160E-D301-4030-932C-797F313B5DAE}" destId="{98A315E2-6CEE-4A79-9FC6-9324A52EE972}" srcOrd="2" destOrd="0" presId="urn:microsoft.com/office/officeart/2008/layout/VerticalCurvedList"/>
    <dgm:cxn modelId="{B39282CA-51B7-4C23-A05A-E63F2A9ABD5A}" type="presParOf" srcId="{19C0160E-D301-4030-932C-797F313B5DAE}" destId="{7D9EF2FF-386E-4C45-98B4-FF8FB42CEB3B}" srcOrd="3" destOrd="0" presId="urn:microsoft.com/office/officeart/2008/layout/VerticalCurvedList"/>
    <dgm:cxn modelId="{E2A99B26-80F4-454E-B027-29CFD86BBFCE}" type="presParOf" srcId="{1D6A5125-7E5D-41A0-BD8C-15D36C799139}" destId="{CAAE8CC2-6C07-4334-909A-D0CED1BDA6C6}" srcOrd="1" destOrd="0" presId="urn:microsoft.com/office/officeart/2008/layout/VerticalCurvedList"/>
    <dgm:cxn modelId="{F54752B2-63E8-4766-9D76-D53E49CA9F7E}" type="presParOf" srcId="{1D6A5125-7E5D-41A0-BD8C-15D36C799139}" destId="{93863357-C51D-46D4-A76C-F189BC6E30E5}" srcOrd="2" destOrd="0" presId="urn:microsoft.com/office/officeart/2008/layout/VerticalCurvedList"/>
    <dgm:cxn modelId="{FAAD52C5-8540-4849-9EBA-60928D6BD220}" type="presParOf" srcId="{93863357-C51D-46D4-A76C-F189BC6E30E5}" destId="{3049C38D-8C8D-417C-92D6-D272F04E1B91}" srcOrd="0" destOrd="0" presId="urn:microsoft.com/office/officeart/2008/layout/VerticalCurvedList"/>
    <dgm:cxn modelId="{DBF1D313-7E5A-4972-BA22-03C0D28EBF98}" type="presParOf" srcId="{1D6A5125-7E5D-41A0-BD8C-15D36C799139}" destId="{EE0DB214-2A7D-44D8-822F-92000A9B3456}" srcOrd="3" destOrd="0" presId="urn:microsoft.com/office/officeart/2008/layout/VerticalCurvedList"/>
    <dgm:cxn modelId="{531D140A-32CB-4E60-88E0-977CD6629A21}" type="presParOf" srcId="{1D6A5125-7E5D-41A0-BD8C-15D36C799139}" destId="{ECCDAD50-8FA1-4D6F-BB06-4A38F0CAFFEC}" srcOrd="4" destOrd="0" presId="urn:microsoft.com/office/officeart/2008/layout/VerticalCurvedList"/>
    <dgm:cxn modelId="{AF61F1D2-AB31-49E0-A925-D7696619AEFB}" type="presParOf" srcId="{ECCDAD50-8FA1-4D6F-BB06-4A38F0CAFFEC}" destId="{D83CE9FB-0938-4831-AC3D-6CB4DDA31AFA}" srcOrd="0" destOrd="0" presId="urn:microsoft.com/office/officeart/2008/layout/VerticalCurvedList"/>
    <dgm:cxn modelId="{A243C8B1-3F8F-48F5-AFB6-CFBAE197F712}" type="presParOf" srcId="{1D6A5125-7E5D-41A0-BD8C-15D36C799139}" destId="{E59EFB2A-FE50-4EFA-BDCB-40ED14ED8CD1}" srcOrd="5" destOrd="0" presId="urn:microsoft.com/office/officeart/2008/layout/VerticalCurvedList"/>
    <dgm:cxn modelId="{6FBD9A3C-7A61-46AE-BF04-1D871890FF20}" type="presParOf" srcId="{1D6A5125-7E5D-41A0-BD8C-15D36C799139}" destId="{C03AF1AB-D2C3-41F2-964F-3F101F463FE0}" srcOrd="6" destOrd="0" presId="urn:microsoft.com/office/officeart/2008/layout/VerticalCurvedList"/>
    <dgm:cxn modelId="{99A7D281-8140-48CF-9A29-A8BE55DADB4E}" type="presParOf" srcId="{C03AF1AB-D2C3-41F2-964F-3F101F463FE0}" destId="{5EF0659C-8C18-4ED9-AF8A-7AAA02D51307}" srcOrd="0" destOrd="0" presId="urn:microsoft.com/office/officeart/2008/layout/VerticalCurvedList"/>
    <dgm:cxn modelId="{CE7158C3-61CA-47B5-AA21-8A2DA9DF977F}" type="presParOf" srcId="{1D6A5125-7E5D-41A0-BD8C-15D36C799139}" destId="{5554F522-C8F5-49DE-A44E-6024E1F0B383}" srcOrd="7" destOrd="0" presId="urn:microsoft.com/office/officeart/2008/layout/VerticalCurvedList"/>
    <dgm:cxn modelId="{D3B1462D-83B3-4A27-9EFA-7E763EFE0747}" type="presParOf" srcId="{1D6A5125-7E5D-41A0-BD8C-15D36C799139}" destId="{D8795DA2-BCDC-4F80-8C7A-EBC4B91FBB32}" srcOrd="8" destOrd="0" presId="urn:microsoft.com/office/officeart/2008/layout/VerticalCurvedList"/>
    <dgm:cxn modelId="{98FA276B-C1F4-47E5-A0BD-4E130B6115B6}" type="presParOf" srcId="{D8795DA2-BCDC-4F80-8C7A-EBC4B91FBB32}" destId="{B2A01C5F-E451-41EA-8ECB-9296C9BD46E7}" srcOrd="0" destOrd="0" presId="urn:microsoft.com/office/officeart/2008/layout/VerticalCurvedList"/>
    <dgm:cxn modelId="{989D7CB3-BB93-4A4C-A51E-151F4F5E3C25}" type="presParOf" srcId="{1D6A5125-7E5D-41A0-BD8C-15D36C799139}" destId="{6CCE24A5-B8CA-402E-974E-7C0274BEE845}" srcOrd="9" destOrd="0" presId="urn:microsoft.com/office/officeart/2008/layout/VerticalCurvedList"/>
    <dgm:cxn modelId="{C975DBAF-BA79-4C83-BADD-D5CFEF8109DD}" type="presParOf" srcId="{1D6A5125-7E5D-41A0-BD8C-15D36C799139}" destId="{66B672B1-32CF-4957-818E-D7DF56A1185A}" srcOrd="10" destOrd="0" presId="urn:microsoft.com/office/officeart/2008/layout/VerticalCurvedList"/>
    <dgm:cxn modelId="{B0952143-4EBD-4310-ABD6-4C3FAC57D849}" type="presParOf" srcId="{66B672B1-32CF-4957-818E-D7DF56A1185A}" destId="{57117E91-2E1D-4141-A7E6-F019348F846C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6CF5BED-1A2B-4CF8-BDC4-E209807D79BD}" type="doc">
      <dgm:prSet loTypeId="urn:microsoft.com/office/officeart/2005/8/layout/radial6" loCatId="cycle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6B1D7710-B109-4C50-88F5-DEB327C40674}">
      <dgm:prSet phldrT="[Text]"/>
      <dgm:spPr/>
      <dgm:t>
        <a:bodyPr/>
        <a:lstStyle/>
        <a:p>
          <a:r>
            <a:rPr lang="en-US" b="1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r>
            <a:rPr lang="en-US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1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dirty="0">
            <a:solidFill>
              <a:schemeClr val="bg1"/>
            </a:solidFill>
          </a:endParaRPr>
        </a:p>
      </dgm:t>
    </dgm:pt>
    <dgm:pt modelId="{21350636-9EDB-4389-99A7-2CFFCF4DF8A8}" type="parTrans" cxnId="{0A2A077A-C38F-4EB4-84D1-251AEC1A4CB8}">
      <dgm:prSet/>
      <dgm:spPr/>
      <dgm:t>
        <a:bodyPr/>
        <a:lstStyle/>
        <a:p>
          <a:endParaRPr lang="en-US"/>
        </a:p>
      </dgm:t>
    </dgm:pt>
    <dgm:pt modelId="{742C17D5-1DD4-44ED-9CAE-AD9D2B0C2F4B}" type="sibTrans" cxnId="{0A2A077A-C38F-4EB4-84D1-251AEC1A4CB8}">
      <dgm:prSet/>
      <dgm:spPr/>
      <dgm:t>
        <a:bodyPr/>
        <a:lstStyle/>
        <a:p>
          <a:endParaRPr lang="en-US"/>
        </a:p>
      </dgm:t>
    </dgm:pt>
    <dgm:pt modelId="{4331972A-BFE8-4921-A7EB-3CB5276A23BF}">
      <dgm:prSet phldrT="[Text]"/>
      <dgm:spPr/>
      <dgm:t>
        <a:bodyPr/>
        <a:lstStyle/>
        <a:p>
          <a:r>
            <a:rPr lang="en-US" dirty="0"/>
            <a:t>TASK</a:t>
          </a:r>
        </a:p>
      </dgm:t>
    </dgm:pt>
    <dgm:pt modelId="{B59752B9-DFCE-46CF-945C-78059CCA3363}" type="parTrans" cxnId="{B37BD6BB-9DE2-446D-B214-8E62581366A0}">
      <dgm:prSet/>
      <dgm:spPr/>
      <dgm:t>
        <a:bodyPr/>
        <a:lstStyle/>
        <a:p>
          <a:endParaRPr lang="en-US"/>
        </a:p>
      </dgm:t>
    </dgm:pt>
    <dgm:pt modelId="{05D1ED39-AEF4-468D-B41A-B16C0856F0BB}" type="sibTrans" cxnId="{B37BD6BB-9DE2-446D-B214-8E62581366A0}">
      <dgm:prSet/>
      <dgm:spPr/>
      <dgm:t>
        <a:bodyPr/>
        <a:lstStyle/>
        <a:p>
          <a:endParaRPr lang="en-US"/>
        </a:p>
      </dgm:t>
    </dgm:pt>
    <dgm:pt modelId="{3509E335-BE55-44BC-9B9F-A30D77F3A6D3}">
      <dgm:prSet phldrT="[Text]"/>
      <dgm:spPr/>
      <dgm:t>
        <a:bodyPr/>
        <a:lstStyle/>
        <a:p>
          <a:r>
            <a:rPr lang="en-US" dirty="0"/>
            <a:t>KHOÁN</a:t>
          </a:r>
        </a:p>
      </dgm:t>
    </dgm:pt>
    <dgm:pt modelId="{4D0E39B2-FB0E-4034-802C-22686A4FE3DA}" type="parTrans" cxnId="{30BF9C4A-8C11-4A77-8930-389D9BDDCF47}">
      <dgm:prSet/>
      <dgm:spPr/>
      <dgm:t>
        <a:bodyPr/>
        <a:lstStyle/>
        <a:p>
          <a:endParaRPr lang="en-US"/>
        </a:p>
      </dgm:t>
    </dgm:pt>
    <dgm:pt modelId="{7DD244B6-C424-48B3-87C6-5AD62F579362}" type="sibTrans" cxnId="{30BF9C4A-8C11-4A77-8930-389D9BDDCF47}">
      <dgm:prSet/>
      <dgm:spPr/>
      <dgm:t>
        <a:bodyPr/>
        <a:lstStyle/>
        <a:p>
          <a:endParaRPr lang="en-US"/>
        </a:p>
      </dgm:t>
    </dgm:pt>
    <dgm:pt modelId="{8947150B-DA06-4505-8549-898986574110}">
      <dgm:prSet phldrT="[Text]"/>
      <dgm:spPr/>
      <dgm:t>
        <a:bodyPr/>
        <a:lstStyle/>
        <a:p>
          <a:r>
            <a:rPr lang="en-US" dirty="0"/>
            <a:t>KPI</a:t>
          </a:r>
        </a:p>
      </dgm:t>
    </dgm:pt>
    <dgm:pt modelId="{1FBAC07B-C1F4-4ABC-8447-EDD2EA620915}" type="parTrans" cxnId="{69864157-37DE-414F-B2EC-FBD512590A42}">
      <dgm:prSet/>
      <dgm:spPr/>
      <dgm:t>
        <a:bodyPr/>
        <a:lstStyle/>
        <a:p>
          <a:endParaRPr lang="en-US"/>
        </a:p>
      </dgm:t>
    </dgm:pt>
    <dgm:pt modelId="{9FC667CC-D4E8-4D3B-B356-D73741EDFF98}" type="sibTrans" cxnId="{69864157-37DE-414F-B2EC-FBD512590A42}">
      <dgm:prSet/>
      <dgm:spPr/>
      <dgm:t>
        <a:bodyPr/>
        <a:lstStyle/>
        <a:p>
          <a:endParaRPr lang="en-US"/>
        </a:p>
      </dgm:t>
    </dgm:pt>
    <dgm:pt modelId="{AC0E6488-EE6B-474F-B38C-4FAF8A62F061}">
      <dgm:prSet/>
      <dgm:spPr/>
    </dgm:pt>
    <dgm:pt modelId="{57FB1A98-10C3-4785-8343-73D01980DAB8}" type="sibTrans" cxnId="{16C6F849-A174-466A-9BAA-F6FE87A12CD9}">
      <dgm:prSet/>
      <dgm:spPr/>
      <dgm:t>
        <a:bodyPr/>
        <a:lstStyle/>
        <a:p>
          <a:endParaRPr lang="en-US"/>
        </a:p>
      </dgm:t>
    </dgm:pt>
    <dgm:pt modelId="{A82C69D1-7D12-4C91-80B3-4A3C87907CA6}" type="parTrans" cxnId="{16C6F849-A174-466A-9BAA-F6FE87A12CD9}">
      <dgm:prSet/>
      <dgm:spPr/>
      <dgm:t>
        <a:bodyPr/>
        <a:lstStyle/>
        <a:p>
          <a:endParaRPr lang="en-US"/>
        </a:p>
      </dgm:t>
    </dgm:pt>
    <dgm:pt modelId="{941A0618-7189-484E-8079-48327DA5316A}" type="pres">
      <dgm:prSet presAssocID="{B6CF5BED-1A2B-4CF8-BDC4-E209807D79BD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67AC16A7-EF4D-4D07-8810-AE50DC1C707F}" type="pres">
      <dgm:prSet presAssocID="{6B1D7710-B109-4C50-88F5-DEB327C40674}" presName="centerShape" presStyleLbl="node0" presStyleIdx="0" presStyleCnt="1"/>
      <dgm:spPr/>
    </dgm:pt>
    <dgm:pt modelId="{3090DAD0-65DA-44AF-8A2D-EB7076CCB43D}" type="pres">
      <dgm:prSet presAssocID="{4331972A-BFE8-4921-A7EB-3CB5276A23BF}" presName="node" presStyleLbl="node1" presStyleIdx="0" presStyleCnt="3">
        <dgm:presLayoutVars>
          <dgm:bulletEnabled val="1"/>
        </dgm:presLayoutVars>
      </dgm:prSet>
      <dgm:spPr/>
    </dgm:pt>
    <dgm:pt modelId="{FA3FA0A1-02E0-4A3C-B49F-427329F6F85B}" type="pres">
      <dgm:prSet presAssocID="{4331972A-BFE8-4921-A7EB-3CB5276A23BF}" presName="dummy" presStyleCnt="0"/>
      <dgm:spPr/>
    </dgm:pt>
    <dgm:pt modelId="{83A65EFB-7C3B-4ED5-9D5E-CE783CD68747}" type="pres">
      <dgm:prSet presAssocID="{05D1ED39-AEF4-468D-B41A-B16C0856F0BB}" presName="sibTrans" presStyleLbl="sibTrans2D1" presStyleIdx="0" presStyleCnt="3"/>
      <dgm:spPr/>
    </dgm:pt>
    <dgm:pt modelId="{D912A6A8-5695-4AD7-B268-2A1708559CCD}" type="pres">
      <dgm:prSet presAssocID="{3509E335-BE55-44BC-9B9F-A30D77F3A6D3}" presName="node" presStyleLbl="node1" presStyleIdx="1" presStyleCnt="3">
        <dgm:presLayoutVars>
          <dgm:bulletEnabled val="1"/>
        </dgm:presLayoutVars>
      </dgm:prSet>
      <dgm:spPr/>
    </dgm:pt>
    <dgm:pt modelId="{D183F822-6A6C-4A8B-A458-17F199B5FB46}" type="pres">
      <dgm:prSet presAssocID="{3509E335-BE55-44BC-9B9F-A30D77F3A6D3}" presName="dummy" presStyleCnt="0"/>
      <dgm:spPr/>
    </dgm:pt>
    <dgm:pt modelId="{A54DB6DC-C303-46AA-8199-3132617C662C}" type="pres">
      <dgm:prSet presAssocID="{7DD244B6-C424-48B3-87C6-5AD62F579362}" presName="sibTrans" presStyleLbl="sibTrans2D1" presStyleIdx="1" presStyleCnt="3"/>
      <dgm:spPr/>
    </dgm:pt>
    <dgm:pt modelId="{391F1647-F563-44ED-879A-8D8B475869F3}" type="pres">
      <dgm:prSet presAssocID="{8947150B-DA06-4505-8549-898986574110}" presName="node" presStyleLbl="node1" presStyleIdx="2" presStyleCnt="3">
        <dgm:presLayoutVars>
          <dgm:bulletEnabled val="1"/>
        </dgm:presLayoutVars>
      </dgm:prSet>
      <dgm:spPr/>
    </dgm:pt>
    <dgm:pt modelId="{0D5530BE-F505-4C86-A070-2FEF71BE7E21}" type="pres">
      <dgm:prSet presAssocID="{8947150B-DA06-4505-8549-898986574110}" presName="dummy" presStyleCnt="0"/>
      <dgm:spPr/>
    </dgm:pt>
    <dgm:pt modelId="{9D44AC98-B987-4EA0-AF85-2E998CD00B3B}" type="pres">
      <dgm:prSet presAssocID="{9FC667CC-D4E8-4D3B-B356-D73741EDFF98}" presName="sibTrans" presStyleLbl="sibTrans2D1" presStyleIdx="2" presStyleCnt="3"/>
      <dgm:spPr/>
    </dgm:pt>
  </dgm:ptLst>
  <dgm:cxnLst>
    <dgm:cxn modelId="{E1B2492D-DC4A-4D5C-9A93-36AAD7E323D7}" type="presOf" srcId="{05D1ED39-AEF4-468D-B41A-B16C0856F0BB}" destId="{83A65EFB-7C3B-4ED5-9D5E-CE783CD68747}" srcOrd="0" destOrd="0" presId="urn:microsoft.com/office/officeart/2005/8/layout/radial6"/>
    <dgm:cxn modelId="{8D3F153A-A3AC-45C6-B657-C3166A0FBB48}" type="presOf" srcId="{6B1D7710-B109-4C50-88F5-DEB327C40674}" destId="{67AC16A7-EF4D-4D07-8810-AE50DC1C707F}" srcOrd="0" destOrd="0" presId="urn:microsoft.com/office/officeart/2005/8/layout/radial6"/>
    <dgm:cxn modelId="{9A3D9367-EDD8-4207-93AE-A1493A2C27DA}" type="presOf" srcId="{3509E335-BE55-44BC-9B9F-A30D77F3A6D3}" destId="{D912A6A8-5695-4AD7-B268-2A1708559CCD}" srcOrd="0" destOrd="0" presId="urn:microsoft.com/office/officeart/2005/8/layout/radial6"/>
    <dgm:cxn modelId="{16C6F849-A174-466A-9BAA-F6FE87A12CD9}" srcId="{B6CF5BED-1A2B-4CF8-BDC4-E209807D79BD}" destId="{AC0E6488-EE6B-474F-B38C-4FAF8A62F061}" srcOrd="1" destOrd="0" parTransId="{A82C69D1-7D12-4C91-80B3-4A3C87907CA6}" sibTransId="{57FB1A98-10C3-4785-8343-73D01980DAB8}"/>
    <dgm:cxn modelId="{30BF9C4A-8C11-4A77-8930-389D9BDDCF47}" srcId="{6B1D7710-B109-4C50-88F5-DEB327C40674}" destId="{3509E335-BE55-44BC-9B9F-A30D77F3A6D3}" srcOrd="1" destOrd="0" parTransId="{4D0E39B2-FB0E-4034-802C-22686A4FE3DA}" sibTransId="{7DD244B6-C424-48B3-87C6-5AD62F579362}"/>
    <dgm:cxn modelId="{1706536B-1C3C-4BF2-A25C-31B2ADEB3378}" type="presOf" srcId="{8947150B-DA06-4505-8549-898986574110}" destId="{391F1647-F563-44ED-879A-8D8B475869F3}" srcOrd="0" destOrd="0" presId="urn:microsoft.com/office/officeart/2005/8/layout/radial6"/>
    <dgm:cxn modelId="{69864157-37DE-414F-B2EC-FBD512590A42}" srcId="{6B1D7710-B109-4C50-88F5-DEB327C40674}" destId="{8947150B-DA06-4505-8549-898986574110}" srcOrd="2" destOrd="0" parTransId="{1FBAC07B-C1F4-4ABC-8447-EDD2EA620915}" sibTransId="{9FC667CC-D4E8-4D3B-B356-D73741EDFF98}"/>
    <dgm:cxn modelId="{0A2A077A-C38F-4EB4-84D1-251AEC1A4CB8}" srcId="{B6CF5BED-1A2B-4CF8-BDC4-E209807D79BD}" destId="{6B1D7710-B109-4C50-88F5-DEB327C40674}" srcOrd="0" destOrd="0" parTransId="{21350636-9EDB-4389-99A7-2CFFCF4DF8A8}" sibTransId="{742C17D5-1DD4-44ED-9CAE-AD9D2B0C2F4B}"/>
    <dgm:cxn modelId="{62FED396-6631-49D5-9B1C-5AEB9806F160}" type="presOf" srcId="{4331972A-BFE8-4921-A7EB-3CB5276A23BF}" destId="{3090DAD0-65DA-44AF-8A2D-EB7076CCB43D}" srcOrd="0" destOrd="0" presId="urn:microsoft.com/office/officeart/2005/8/layout/radial6"/>
    <dgm:cxn modelId="{6E8BDDA2-2BA6-4344-B0FD-F987DACE60A5}" type="presOf" srcId="{9FC667CC-D4E8-4D3B-B356-D73741EDFF98}" destId="{9D44AC98-B987-4EA0-AF85-2E998CD00B3B}" srcOrd="0" destOrd="0" presId="urn:microsoft.com/office/officeart/2005/8/layout/radial6"/>
    <dgm:cxn modelId="{B37BD6BB-9DE2-446D-B214-8E62581366A0}" srcId="{6B1D7710-B109-4C50-88F5-DEB327C40674}" destId="{4331972A-BFE8-4921-A7EB-3CB5276A23BF}" srcOrd="0" destOrd="0" parTransId="{B59752B9-DFCE-46CF-945C-78059CCA3363}" sibTransId="{05D1ED39-AEF4-468D-B41A-B16C0856F0BB}"/>
    <dgm:cxn modelId="{A25FDBC1-2BA0-4D37-A9CC-CDD58B0A774C}" type="presOf" srcId="{B6CF5BED-1A2B-4CF8-BDC4-E209807D79BD}" destId="{941A0618-7189-484E-8079-48327DA5316A}" srcOrd="0" destOrd="0" presId="urn:microsoft.com/office/officeart/2005/8/layout/radial6"/>
    <dgm:cxn modelId="{7B97CBF3-D15A-48B6-94B5-6F3688795249}" type="presOf" srcId="{7DD244B6-C424-48B3-87C6-5AD62F579362}" destId="{A54DB6DC-C303-46AA-8199-3132617C662C}" srcOrd="0" destOrd="0" presId="urn:microsoft.com/office/officeart/2005/8/layout/radial6"/>
    <dgm:cxn modelId="{F23B9565-2A06-43BA-A33A-F4FD8C40A12F}" type="presParOf" srcId="{941A0618-7189-484E-8079-48327DA5316A}" destId="{67AC16A7-EF4D-4D07-8810-AE50DC1C707F}" srcOrd="0" destOrd="0" presId="urn:microsoft.com/office/officeart/2005/8/layout/radial6"/>
    <dgm:cxn modelId="{A2B192F9-6657-4CA3-8F06-E0DE3C1E5FDB}" type="presParOf" srcId="{941A0618-7189-484E-8079-48327DA5316A}" destId="{3090DAD0-65DA-44AF-8A2D-EB7076CCB43D}" srcOrd="1" destOrd="0" presId="urn:microsoft.com/office/officeart/2005/8/layout/radial6"/>
    <dgm:cxn modelId="{DA70F353-0F20-4F76-A881-D7F3F6DD4CF4}" type="presParOf" srcId="{941A0618-7189-484E-8079-48327DA5316A}" destId="{FA3FA0A1-02E0-4A3C-B49F-427329F6F85B}" srcOrd="2" destOrd="0" presId="urn:microsoft.com/office/officeart/2005/8/layout/radial6"/>
    <dgm:cxn modelId="{5F42116A-13EF-4286-BFEC-EBFF76075F8E}" type="presParOf" srcId="{941A0618-7189-484E-8079-48327DA5316A}" destId="{83A65EFB-7C3B-4ED5-9D5E-CE783CD68747}" srcOrd="3" destOrd="0" presId="urn:microsoft.com/office/officeart/2005/8/layout/radial6"/>
    <dgm:cxn modelId="{769E3BDC-D2F8-4147-B135-B7E548EE208A}" type="presParOf" srcId="{941A0618-7189-484E-8079-48327DA5316A}" destId="{D912A6A8-5695-4AD7-B268-2A1708559CCD}" srcOrd="4" destOrd="0" presId="urn:microsoft.com/office/officeart/2005/8/layout/radial6"/>
    <dgm:cxn modelId="{D939380A-F789-469A-859C-FA3223A5D62C}" type="presParOf" srcId="{941A0618-7189-484E-8079-48327DA5316A}" destId="{D183F822-6A6C-4A8B-A458-17F199B5FB46}" srcOrd="5" destOrd="0" presId="urn:microsoft.com/office/officeart/2005/8/layout/radial6"/>
    <dgm:cxn modelId="{7534AA00-8753-4AD6-84E2-2C9B40BB6383}" type="presParOf" srcId="{941A0618-7189-484E-8079-48327DA5316A}" destId="{A54DB6DC-C303-46AA-8199-3132617C662C}" srcOrd="6" destOrd="0" presId="urn:microsoft.com/office/officeart/2005/8/layout/radial6"/>
    <dgm:cxn modelId="{6AED74AA-E1E3-4142-9739-72E63C80227E}" type="presParOf" srcId="{941A0618-7189-484E-8079-48327DA5316A}" destId="{391F1647-F563-44ED-879A-8D8B475869F3}" srcOrd="7" destOrd="0" presId="urn:microsoft.com/office/officeart/2005/8/layout/radial6"/>
    <dgm:cxn modelId="{D150D883-0C68-4F65-97AF-9AA0C92C6F91}" type="presParOf" srcId="{941A0618-7189-484E-8079-48327DA5316A}" destId="{0D5530BE-F505-4C86-A070-2FEF71BE7E21}" srcOrd="8" destOrd="0" presId="urn:microsoft.com/office/officeart/2005/8/layout/radial6"/>
    <dgm:cxn modelId="{D2DDD030-52D9-4D7C-9C0F-7413CFEE705C}" type="presParOf" srcId="{941A0618-7189-484E-8079-48327DA5316A}" destId="{9D44AC98-B987-4EA0-AF85-2E998CD00B3B}" srcOrd="9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38F238-BF07-4B98-A1A0-C968B5C19A1E}" type="doc">
      <dgm:prSet loTypeId="urn:microsoft.com/office/officeart/2005/8/layout/radial4" loCatId="relationship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6F9F845-2741-4425-888F-5AA175D005B1}">
      <dgm:prSet phldrT="[Text]"/>
      <dgm:spPr/>
      <dgm:t>
        <a:bodyPr/>
        <a:lstStyle/>
        <a:p>
          <a:r>
            <a:rPr lang="en-US" b="1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r>
            <a:rPr lang="en-US" b="1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1" dirty="0" err="1">
              <a:latin typeface="Verdana" panose="020B0604030504040204" pitchFamily="34" charset="0"/>
              <a:ea typeface="Verdana" panose="020B0604030504040204" pitchFamily="34" charset="0"/>
            </a:rPr>
            <a:t>trị</a:t>
          </a:r>
          <a:r>
            <a:rPr lang="en-US" b="1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1" dirty="0" err="1">
              <a:latin typeface="Verdana" panose="020B0604030504040204" pitchFamily="34" charset="0"/>
              <a:ea typeface="Verdana" panose="020B0604030504040204" pitchFamily="34" charset="0"/>
            </a:rPr>
            <a:t>đạt</a:t>
          </a:r>
          <a:r>
            <a:rPr lang="en-US" b="1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b="1" dirty="0" err="1">
              <a:latin typeface="Verdana" panose="020B0604030504040204" pitchFamily="34" charset="0"/>
              <a:ea typeface="Verdana" panose="020B0604030504040204" pitchFamily="34" charset="0"/>
            </a:rPr>
            <a:t>được</a:t>
          </a:r>
          <a:endParaRPr lang="en-US" dirty="0"/>
        </a:p>
      </dgm:t>
    </dgm:pt>
    <dgm:pt modelId="{3FAF7319-E6AE-46E7-A222-8A242707EC22}" type="parTrans" cxnId="{963A3DB1-9A31-42CD-8597-A8E4ECF5B633}">
      <dgm:prSet/>
      <dgm:spPr/>
      <dgm:t>
        <a:bodyPr/>
        <a:lstStyle/>
        <a:p>
          <a:endParaRPr lang="en-US"/>
        </a:p>
      </dgm:t>
    </dgm:pt>
    <dgm:pt modelId="{FF9E8B53-FCFD-49C1-A774-A25C0705328B}" type="sibTrans" cxnId="{963A3DB1-9A31-42CD-8597-A8E4ECF5B633}">
      <dgm:prSet/>
      <dgm:spPr/>
      <dgm:t>
        <a:bodyPr/>
        <a:lstStyle/>
        <a:p>
          <a:endParaRPr lang="en-US"/>
        </a:p>
      </dgm:t>
    </dgm:pt>
    <dgm:pt modelId="{91763486-A215-4942-8847-FC7A8F6893DB}">
      <dgm:prSet phldrT="[Text]"/>
      <dgm:spPr/>
      <dgm:t>
        <a:bodyPr/>
        <a:lstStyle/>
        <a:p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dirty="0"/>
        </a:p>
      </dgm:t>
    </dgm:pt>
    <dgm:pt modelId="{592CCBDD-890C-4F93-ABA9-EE34EB79AD2F}" type="parTrans" cxnId="{B9748477-14A2-4D08-93FD-E721B1D59A6E}">
      <dgm:prSet/>
      <dgm:spPr/>
      <dgm:t>
        <a:bodyPr/>
        <a:lstStyle/>
        <a:p>
          <a:endParaRPr lang="en-US"/>
        </a:p>
      </dgm:t>
    </dgm:pt>
    <dgm:pt modelId="{F2BC52AA-FC4A-44A7-9699-B5309CB29D0E}" type="sibTrans" cxnId="{B9748477-14A2-4D08-93FD-E721B1D59A6E}">
      <dgm:prSet/>
      <dgm:spPr/>
      <dgm:t>
        <a:bodyPr/>
        <a:lstStyle/>
        <a:p>
          <a:endParaRPr lang="en-US"/>
        </a:p>
      </dgm:t>
    </dgm:pt>
    <dgm:pt modelId="{6C0E5064-F9A2-4B27-99FF-06E0C6695B58}">
      <dgm:prSet phldrT="[Text]"/>
      <dgm:spPr/>
      <dgm:t>
        <a:bodyPr/>
        <a:lstStyle/>
        <a:p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Thống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kê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mức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đóng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góp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endParaRPr lang="en-US" dirty="0"/>
        </a:p>
      </dgm:t>
    </dgm:pt>
    <dgm:pt modelId="{299C2067-93F9-40CE-A29B-DFF6C8708785}" type="parTrans" cxnId="{C430304F-AEF2-46E8-A8A6-0F1658FAA187}">
      <dgm:prSet/>
      <dgm:spPr/>
      <dgm:t>
        <a:bodyPr/>
        <a:lstStyle/>
        <a:p>
          <a:endParaRPr lang="en-US"/>
        </a:p>
      </dgm:t>
    </dgm:pt>
    <dgm:pt modelId="{9DD10FAC-C306-4FDE-8E88-2D97DC734033}" type="sibTrans" cxnId="{C430304F-AEF2-46E8-A8A6-0F1658FAA187}">
      <dgm:prSet/>
      <dgm:spPr/>
      <dgm:t>
        <a:bodyPr/>
        <a:lstStyle/>
        <a:p>
          <a:endParaRPr lang="en-US"/>
        </a:p>
      </dgm:t>
    </dgm:pt>
    <dgm:pt modelId="{7C9188BB-1C44-44FA-A5CA-9644BC099F9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Thống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kê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dự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kiến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endParaRPr lang="en-US" dirty="0"/>
        </a:p>
      </dgm:t>
    </dgm:pt>
    <dgm:pt modelId="{48DCB8D9-5069-42EC-A7AA-90573801F80E}" type="parTrans" cxnId="{BADBDA8D-3FCA-4C45-89AC-6BAD1BCA37EF}">
      <dgm:prSet/>
      <dgm:spPr/>
      <dgm:t>
        <a:bodyPr/>
        <a:lstStyle/>
        <a:p>
          <a:endParaRPr lang="en-US"/>
        </a:p>
      </dgm:t>
    </dgm:pt>
    <dgm:pt modelId="{A54DAE87-D155-4E0F-8FE5-A1F1259F232A}" type="sibTrans" cxnId="{BADBDA8D-3FCA-4C45-89AC-6BAD1BCA37EF}">
      <dgm:prSet/>
      <dgm:spPr/>
      <dgm:t>
        <a:bodyPr/>
        <a:lstStyle/>
        <a:p>
          <a:endParaRPr lang="en-US"/>
        </a:p>
      </dgm:t>
    </dgm:pt>
    <dgm:pt modelId="{A2146D49-DD0B-44E5-830E-2A9ABEC2D6C7}">
      <dgm:prSet phldrT="[Text]"/>
      <dgm:spPr/>
      <dgm:t>
        <a:bodyPr/>
        <a:lstStyle/>
        <a:p>
          <a:pPr>
            <a:buFont typeface="+mj-lt"/>
            <a:buAutoNum type="arabicPeriod"/>
          </a:pP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Cơ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sở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dự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toán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quỹ</a:t>
          </a:r>
          <a:r>
            <a:rPr lang="en-US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dirty="0" err="1"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endParaRPr lang="en-US" dirty="0"/>
        </a:p>
      </dgm:t>
    </dgm:pt>
    <dgm:pt modelId="{8042916C-F93E-4D7D-BF08-49DFAC9847D1}" type="parTrans" cxnId="{FB90A7F0-0C5B-49BF-B8B6-395BA3E85872}">
      <dgm:prSet/>
      <dgm:spPr/>
      <dgm:t>
        <a:bodyPr/>
        <a:lstStyle/>
        <a:p>
          <a:endParaRPr lang="en-US"/>
        </a:p>
      </dgm:t>
    </dgm:pt>
    <dgm:pt modelId="{58E5F110-550D-4889-9520-87D39F9D1781}" type="sibTrans" cxnId="{FB90A7F0-0C5B-49BF-B8B6-395BA3E85872}">
      <dgm:prSet/>
      <dgm:spPr/>
      <dgm:t>
        <a:bodyPr/>
        <a:lstStyle/>
        <a:p>
          <a:endParaRPr lang="en-US"/>
        </a:p>
      </dgm:t>
    </dgm:pt>
    <dgm:pt modelId="{B952F2E9-1A7E-450B-A82E-DF6DBB746F89}" type="pres">
      <dgm:prSet presAssocID="{3638F238-BF07-4B98-A1A0-C968B5C19A1E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A6951701-169C-46C7-8A29-29F1F7F5C300}" type="pres">
      <dgm:prSet presAssocID="{B6F9F845-2741-4425-888F-5AA175D005B1}" presName="centerShape" presStyleLbl="node0" presStyleIdx="0" presStyleCnt="1"/>
      <dgm:spPr/>
    </dgm:pt>
    <dgm:pt modelId="{6BA195BC-6FDF-40C4-B635-5A14C4EC1F3E}" type="pres">
      <dgm:prSet presAssocID="{592CCBDD-890C-4F93-ABA9-EE34EB79AD2F}" presName="parTrans" presStyleLbl="bgSibTrans2D1" presStyleIdx="0" presStyleCnt="4"/>
      <dgm:spPr/>
    </dgm:pt>
    <dgm:pt modelId="{5BAF586A-DBDA-47B2-92BB-9EA5BF4CD714}" type="pres">
      <dgm:prSet presAssocID="{91763486-A215-4942-8847-FC7A8F6893DB}" presName="node" presStyleLbl="node1" presStyleIdx="0" presStyleCnt="4">
        <dgm:presLayoutVars>
          <dgm:bulletEnabled val="1"/>
        </dgm:presLayoutVars>
      </dgm:prSet>
      <dgm:spPr/>
    </dgm:pt>
    <dgm:pt modelId="{E174098D-BC1F-4DDC-8BEB-E241328E5616}" type="pres">
      <dgm:prSet presAssocID="{299C2067-93F9-40CE-A29B-DFF6C8708785}" presName="parTrans" presStyleLbl="bgSibTrans2D1" presStyleIdx="1" presStyleCnt="4"/>
      <dgm:spPr/>
    </dgm:pt>
    <dgm:pt modelId="{331BBE28-B9DA-4CAD-96F8-6DCCCF5470EF}" type="pres">
      <dgm:prSet presAssocID="{6C0E5064-F9A2-4B27-99FF-06E0C6695B58}" presName="node" presStyleLbl="node1" presStyleIdx="1" presStyleCnt="4">
        <dgm:presLayoutVars>
          <dgm:bulletEnabled val="1"/>
        </dgm:presLayoutVars>
      </dgm:prSet>
      <dgm:spPr/>
    </dgm:pt>
    <dgm:pt modelId="{7E40BFBF-5234-4A0B-9F42-D2383F858447}" type="pres">
      <dgm:prSet presAssocID="{48DCB8D9-5069-42EC-A7AA-90573801F80E}" presName="parTrans" presStyleLbl="bgSibTrans2D1" presStyleIdx="2" presStyleCnt="4"/>
      <dgm:spPr/>
    </dgm:pt>
    <dgm:pt modelId="{0065845F-DFC5-482B-A854-3EBD37DEA16C}" type="pres">
      <dgm:prSet presAssocID="{7C9188BB-1C44-44FA-A5CA-9644BC099F97}" presName="node" presStyleLbl="node1" presStyleIdx="2" presStyleCnt="4">
        <dgm:presLayoutVars>
          <dgm:bulletEnabled val="1"/>
        </dgm:presLayoutVars>
      </dgm:prSet>
      <dgm:spPr/>
    </dgm:pt>
    <dgm:pt modelId="{0D1E5D22-95A8-4DE5-B1A3-ED22B2FF3768}" type="pres">
      <dgm:prSet presAssocID="{8042916C-F93E-4D7D-BF08-49DFAC9847D1}" presName="parTrans" presStyleLbl="bgSibTrans2D1" presStyleIdx="3" presStyleCnt="4"/>
      <dgm:spPr/>
    </dgm:pt>
    <dgm:pt modelId="{526A6868-A43F-47BF-A83A-FAFF2262B475}" type="pres">
      <dgm:prSet presAssocID="{A2146D49-DD0B-44E5-830E-2A9ABEC2D6C7}" presName="node" presStyleLbl="node1" presStyleIdx="3" presStyleCnt="4">
        <dgm:presLayoutVars>
          <dgm:bulletEnabled val="1"/>
        </dgm:presLayoutVars>
      </dgm:prSet>
      <dgm:spPr/>
    </dgm:pt>
  </dgm:ptLst>
  <dgm:cxnLst>
    <dgm:cxn modelId="{873F2409-C7BA-4D67-99A4-DC6BA4B32838}" type="presOf" srcId="{B6F9F845-2741-4425-888F-5AA175D005B1}" destId="{A6951701-169C-46C7-8A29-29F1F7F5C300}" srcOrd="0" destOrd="0" presId="urn:microsoft.com/office/officeart/2005/8/layout/radial4"/>
    <dgm:cxn modelId="{8373C719-367E-4485-A9A7-79D0C5E319E0}" type="presOf" srcId="{48DCB8D9-5069-42EC-A7AA-90573801F80E}" destId="{7E40BFBF-5234-4A0B-9F42-D2383F858447}" srcOrd="0" destOrd="0" presId="urn:microsoft.com/office/officeart/2005/8/layout/radial4"/>
    <dgm:cxn modelId="{324F981F-68F0-4D7A-9AF9-F82EFC7A46BF}" type="presOf" srcId="{7C9188BB-1C44-44FA-A5CA-9644BC099F97}" destId="{0065845F-DFC5-482B-A854-3EBD37DEA16C}" srcOrd="0" destOrd="0" presId="urn:microsoft.com/office/officeart/2005/8/layout/radial4"/>
    <dgm:cxn modelId="{C430304F-AEF2-46E8-A8A6-0F1658FAA187}" srcId="{B6F9F845-2741-4425-888F-5AA175D005B1}" destId="{6C0E5064-F9A2-4B27-99FF-06E0C6695B58}" srcOrd="1" destOrd="0" parTransId="{299C2067-93F9-40CE-A29B-DFF6C8708785}" sibTransId="{9DD10FAC-C306-4FDE-8E88-2D97DC734033}"/>
    <dgm:cxn modelId="{B9748477-14A2-4D08-93FD-E721B1D59A6E}" srcId="{B6F9F845-2741-4425-888F-5AA175D005B1}" destId="{91763486-A215-4942-8847-FC7A8F6893DB}" srcOrd="0" destOrd="0" parTransId="{592CCBDD-890C-4F93-ABA9-EE34EB79AD2F}" sibTransId="{F2BC52AA-FC4A-44A7-9699-B5309CB29D0E}"/>
    <dgm:cxn modelId="{C91D4280-888C-4591-88A3-EF65CDAC6FCD}" type="presOf" srcId="{592CCBDD-890C-4F93-ABA9-EE34EB79AD2F}" destId="{6BA195BC-6FDF-40C4-B635-5A14C4EC1F3E}" srcOrd="0" destOrd="0" presId="urn:microsoft.com/office/officeart/2005/8/layout/radial4"/>
    <dgm:cxn modelId="{BADBDA8D-3FCA-4C45-89AC-6BAD1BCA37EF}" srcId="{B6F9F845-2741-4425-888F-5AA175D005B1}" destId="{7C9188BB-1C44-44FA-A5CA-9644BC099F97}" srcOrd="2" destOrd="0" parTransId="{48DCB8D9-5069-42EC-A7AA-90573801F80E}" sibTransId="{A54DAE87-D155-4E0F-8FE5-A1F1259F232A}"/>
    <dgm:cxn modelId="{963A3DB1-9A31-42CD-8597-A8E4ECF5B633}" srcId="{3638F238-BF07-4B98-A1A0-C968B5C19A1E}" destId="{B6F9F845-2741-4425-888F-5AA175D005B1}" srcOrd="0" destOrd="0" parTransId="{3FAF7319-E6AE-46E7-A222-8A242707EC22}" sibTransId="{FF9E8B53-FCFD-49C1-A774-A25C0705328B}"/>
    <dgm:cxn modelId="{8BE387BE-1ED8-4FCA-8982-5522EEBC7F71}" type="presOf" srcId="{6C0E5064-F9A2-4B27-99FF-06E0C6695B58}" destId="{331BBE28-B9DA-4CAD-96F8-6DCCCF5470EF}" srcOrd="0" destOrd="0" presId="urn:microsoft.com/office/officeart/2005/8/layout/radial4"/>
    <dgm:cxn modelId="{AE5B15C1-6E6E-41C7-91DC-A60DD73A8BBC}" type="presOf" srcId="{91763486-A215-4942-8847-FC7A8F6893DB}" destId="{5BAF586A-DBDA-47B2-92BB-9EA5BF4CD714}" srcOrd="0" destOrd="0" presId="urn:microsoft.com/office/officeart/2005/8/layout/radial4"/>
    <dgm:cxn modelId="{07D783CE-4687-4AAE-9CD5-E23ECD6755FA}" type="presOf" srcId="{299C2067-93F9-40CE-A29B-DFF6C8708785}" destId="{E174098D-BC1F-4DDC-8BEB-E241328E5616}" srcOrd="0" destOrd="0" presId="urn:microsoft.com/office/officeart/2005/8/layout/radial4"/>
    <dgm:cxn modelId="{97F066D4-824C-4864-B31D-1E923720B9EF}" type="presOf" srcId="{8042916C-F93E-4D7D-BF08-49DFAC9847D1}" destId="{0D1E5D22-95A8-4DE5-B1A3-ED22B2FF3768}" srcOrd="0" destOrd="0" presId="urn:microsoft.com/office/officeart/2005/8/layout/radial4"/>
    <dgm:cxn modelId="{6EACB1EB-4386-44B5-B2BF-2AB60B1210DC}" type="presOf" srcId="{3638F238-BF07-4B98-A1A0-C968B5C19A1E}" destId="{B952F2E9-1A7E-450B-A82E-DF6DBB746F89}" srcOrd="0" destOrd="0" presId="urn:microsoft.com/office/officeart/2005/8/layout/radial4"/>
    <dgm:cxn modelId="{FB90A7F0-0C5B-49BF-B8B6-395BA3E85872}" srcId="{B6F9F845-2741-4425-888F-5AA175D005B1}" destId="{A2146D49-DD0B-44E5-830E-2A9ABEC2D6C7}" srcOrd="3" destOrd="0" parTransId="{8042916C-F93E-4D7D-BF08-49DFAC9847D1}" sibTransId="{58E5F110-550D-4889-9520-87D39F9D1781}"/>
    <dgm:cxn modelId="{E3F014F9-64A5-4771-9764-59CF5C7B0420}" type="presOf" srcId="{A2146D49-DD0B-44E5-830E-2A9ABEC2D6C7}" destId="{526A6868-A43F-47BF-A83A-FAFF2262B475}" srcOrd="0" destOrd="0" presId="urn:microsoft.com/office/officeart/2005/8/layout/radial4"/>
    <dgm:cxn modelId="{39890F87-5825-4253-9141-81BAF0BFE6AF}" type="presParOf" srcId="{B952F2E9-1A7E-450B-A82E-DF6DBB746F89}" destId="{A6951701-169C-46C7-8A29-29F1F7F5C300}" srcOrd="0" destOrd="0" presId="urn:microsoft.com/office/officeart/2005/8/layout/radial4"/>
    <dgm:cxn modelId="{4166F313-D55F-454C-AD4B-7F74B63EE4A6}" type="presParOf" srcId="{B952F2E9-1A7E-450B-A82E-DF6DBB746F89}" destId="{6BA195BC-6FDF-40C4-B635-5A14C4EC1F3E}" srcOrd="1" destOrd="0" presId="urn:microsoft.com/office/officeart/2005/8/layout/radial4"/>
    <dgm:cxn modelId="{067E7A01-036D-4914-812E-B829A2B67C02}" type="presParOf" srcId="{B952F2E9-1A7E-450B-A82E-DF6DBB746F89}" destId="{5BAF586A-DBDA-47B2-92BB-9EA5BF4CD714}" srcOrd="2" destOrd="0" presId="urn:microsoft.com/office/officeart/2005/8/layout/radial4"/>
    <dgm:cxn modelId="{59A36C0D-F618-485A-AA10-F33532C046BE}" type="presParOf" srcId="{B952F2E9-1A7E-450B-A82E-DF6DBB746F89}" destId="{E174098D-BC1F-4DDC-8BEB-E241328E5616}" srcOrd="3" destOrd="0" presId="urn:microsoft.com/office/officeart/2005/8/layout/radial4"/>
    <dgm:cxn modelId="{7007ED49-A655-42A0-9838-76B7585E74C9}" type="presParOf" srcId="{B952F2E9-1A7E-450B-A82E-DF6DBB746F89}" destId="{331BBE28-B9DA-4CAD-96F8-6DCCCF5470EF}" srcOrd="4" destOrd="0" presId="urn:microsoft.com/office/officeart/2005/8/layout/radial4"/>
    <dgm:cxn modelId="{FABFF5D1-7D9A-4C7C-A89B-33EB9FFE5B94}" type="presParOf" srcId="{B952F2E9-1A7E-450B-A82E-DF6DBB746F89}" destId="{7E40BFBF-5234-4A0B-9F42-D2383F858447}" srcOrd="5" destOrd="0" presId="urn:microsoft.com/office/officeart/2005/8/layout/radial4"/>
    <dgm:cxn modelId="{1EFA740E-8E43-440D-936A-E08772EF73A6}" type="presParOf" srcId="{B952F2E9-1A7E-450B-A82E-DF6DBB746F89}" destId="{0065845F-DFC5-482B-A854-3EBD37DEA16C}" srcOrd="6" destOrd="0" presId="urn:microsoft.com/office/officeart/2005/8/layout/radial4"/>
    <dgm:cxn modelId="{33008960-D3BE-40A3-B932-42B6F2B35F88}" type="presParOf" srcId="{B952F2E9-1A7E-450B-A82E-DF6DBB746F89}" destId="{0D1E5D22-95A8-4DE5-B1A3-ED22B2FF3768}" srcOrd="7" destOrd="0" presId="urn:microsoft.com/office/officeart/2005/8/layout/radial4"/>
    <dgm:cxn modelId="{21CC0D3E-9E22-43C8-AD19-0E2F6ACD1C3B}" type="presParOf" srcId="{B952F2E9-1A7E-450B-A82E-DF6DBB746F89}" destId="{526A6868-A43F-47BF-A83A-FAFF2262B475}" srcOrd="8" destOrd="0" presId="urn:microsoft.com/office/officeart/2005/8/layout/radial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CB227D2-7656-4513-8AF5-8228A9B228E6}" type="doc">
      <dgm:prSet loTypeId="urn:microsoft.com/office/officeart/2008/layout/HalfCircleOrganizationChart" loCatId="hierarchy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2DD21C5-E3AB-45A4-96CE-20D5AA43A9F0}">
      <dgm:prSet phldrT="[Text]" custT="1"/>
      <dgm:spPr/>
      <dgm:t>
        <a:bodyPr/>
        <a:lstStyle/>
        <a:p>
          <a:r>
            <a:rPr lang="en-US" sz="1500" dirty="0" err="1"/>
            <a:t>Hệ</a:t>
          </a:r>
          <a:r>
            <a:rPr lang="en-US" sz="1500" dirty="0"/>
            <a:t> </a:t>
          </a:r>
          <a:r>
            <a:rPr lang="en-US" sz="1500" dirty="0" err="1"/>
            <a:t>thống</a:t>
          </a:r>
          <a:r>
            <a:rPr lang="en-US" sz="1500" dirty="0"/>
            <a:t> </a:t>
          </a:r>
          <a:r>
            <a:rPr lang="en-US" sz="1500" dirty="0" err="1"/>
            <a:t>quản</a:t>
          </a:r>
          <a:r>
            <a:rPr lang="en-US" sz="1500" dirty="0"/>
            <a:t> </a:t>
          </a:r>
          <a:r>
            <a:rPr lang="en-US" sz="1500" dirty="0" err="1"/>
            <a:t>lý</a:t>
          </a:r>
          <a:r>
            <a:rPr lang="en-US" sz="1500" dirty="0"/>
            <a:t> </a:t>
          </a:r>
          <a:r>
            <a:rPr lang="en-US" sz="1500" dirty="0" err="1"/>
            <a:t>công</a:t>
          </a:r>
          <a:r>
            <a:rPr lang="en-US" sz="1500" dirty="0"/>
            <a:t> </a:t>
          </a:r>
          <a:r>
            <a:rPr lang="en-US" sz="1500" dirty="0" err="1"/>
            <a:t>việc</a:t>
          </a:r>
          <a:r>
            <a:rPr lang="en-US" sz="1500" dirty="0"/>
            <a:t>, </a:t>
          </a:r>
          <a:r>
            <a:rPr lang="en-US" sz="1500" dirty="0" err="1"/>
            <a:t>đánh</a:t>
          </a:r>
          <a:r>
            <a:rPr lang="en-US" sz="1500" dirty="0"/>
            <a:t> </a:t>
          </a:r>
          <a:r>
            <a:rPr lang="en-US" sz="1500" dirty="0" err="1"/>
            <a:t>giá</a:t>
          </a:r>
          <a:r>
            <a:rPr lang="en-US" sz="1500" dirty="0"/>
            <a:t> KPI</a:t>
          </a:r>
        </a:p>
      </dgm:t>
    </dgm:pt>
    <dgm:pt modelId="{FD95E4D7-6E3C-416D-8265-069705A4CBA3}" type="parTrans" cxnId="{A016D09D-7292-4863-9C1C-A8603878EF50}">
      <dgm:prSet/>
      <dgm:spPr/>
      <dgm:t>
        <a:bodyPr/>
        <a:lstStyle/>
        <a:p>
          <a:endParaRPr lang="en-US"/>
        </a:p>
      </dgm:t>
    </dgm:pt>
    <dgm:pt modelId="{42189B7F-3C07-457B-B809-886FBC273383}" type="sibTrans" cxnId="{A016D09D-7292-4863-9C1C-A8603878EF50}">
      <dgm:prSet/>
      <dgm:spPr/>
      <dgm:t>
        <a:bodyPr/>
        <a:lstStyle/>
        <a:p>
          <a:endParaRPr lang="en-US"/>
        </a:p>
      </dgm:t>
    </dgm:pt>
    <dgm:pt modelId="{B7355EA6-295E-4BBA-8127-FEA286D27628}">
      <dgm:prSet phldrT="[Text]" custT="1"/>
      <dgm:spPr/>
      <dgm:t>
        <a:bodyPr/>
        <a:lstStyle/>
        <a:p>
          <a:r>
            <a:rPr lang="en-US" sz="1500" dirty="0"/>
            <a:t>Công </a:t>
          </a:r>
          <a:r>
            <a:rPr lang="en-US" sz="1500" dirty="0" err="1"/>
            <a:t>việc</a:t>
          </a:r>
          <a:endParaRPr lang="en-US" sz="1500" dirty="0"/>
        </a:p>
      </dgm:t>
    </dgm:pt>
    <dgm:pt modelId="{1F08DA46-BFC0-499C-B71C-8E3F2B33820B}" type="parTrans" cxnId="{662931D7-478E-498A-B4C0-9F7F0E13C845}">
      <dgm:prSet/>
      <dgm:spPr/>
      <dgm:t>
        <a:bodyPr/>
        <a:lstStyle/>
        <a:p>
          <a:endParaRPr lang="en-US" sz="1500"/>
        </a:p>
      </dgm:t>
    </dgm:pt>
    <dgm:pt modelId="{2F9D9F12-7B6A-4642-9828-0D3D628E8C7C}" type="sibTrans" cxnId="{662931D7-478E-498A-B4C0-9F7F0E13C845}">
      <dgm:prSet/>
      <dgm:spPr/>
      <dgm:t>
        <a:bodyPr/>
        <a:lstStyle/>
        <a:p>
          <a:endParaRPr lang="en-US"/>
        </a:p>
      </dgm:t>
    </dgm:pt>
    <dgm:pt modelId="{C096B284-D2C7-43E0-A14C-7E326835F423}">
      <dgm:prSet phldrT="[Text]" custT="1"/>
      <dgm:spPr/>
      <dgm:t>
        <a:bodyPr/>
        <a:lstStyle/>
        <a:p>
          <a:r>
            <a:rPr lang="en-US" sz="1500" dirty="0"/>
            <a:t>KPI</a:t>
          </a:r>
        </a:p>
      </dgm:t>
    </dgm:pt>
    <dgm:pt modelId="{8CF47DFF-4664-4035-9863-14793077F7FD}" type="parTrans" cxnId="{B27D34F0-BB91-4B87-B499-BB630BF5B8C2}">
      <dgm:prSet/>
      <dgm:spPr/>
      <dgm:t>
        <a:bodyPr/>
        <a:lstStyle/>
        <a:p>
          <a:endParaRPr lang="en-US" sz="1500"/>
        </a:p>
      </dgm:t>
    </dgm:pt>
    <dgm:pt modelId="{894F0D2C-F42D-4670-B0A4-6E631777B144}" type="sibTrans" cxnId="{B27D34F0-BB91-4B87-B499-BB630BF5B8C2}">
      <dgm:prSet/>
      <dgm:spPr/>
      <dgm:t>
        <a:bodyPr/>
        <a:lstStyle/>
        <a:p>
          <a:endParaRPr lang="en-US"/>
        </a:p>
      </dgm:t>
    </dgm:pt>
    <dgm:pt modelId="{5261E4B4-9C23-4D17-B238-A4FF8ABA0808}">
      <dgm:prSet phldrT="[Text]" custT="1"/>
      <dgm:spPr/>
      <dgm:t>
        <a:bodyPr/>
        <a:lstStyle/>
        <a:p>
          <a:r>
            <a:rPr lang="en-US" sz="1500" dirty="0" err="1"/>
            <a:t>Lương</a:t>
          </a:r>
          <a:r>
            <a:rPr lang="en-US" sz="1500" dirty="0"/>
            <a:t> </a:t>
          </a:r>
          <a:r>
            <a:rPr lang="en-US" sz="1500" dirty="0" err="1"/>
            <a:t>thưởng</a:t>
          </a:r>
          <a:endParaRPr lang="en-US" sz="1500" dirty="0"/>
        </a:p>
      </dgm:t>
    </dgm:pt>
    <dgm:pt modelId="{EABD9BD3-3752-49EF-B31E-3D5B470188E3}" type="parTrans" cxnId="{DCD10882-3DAF-476A-BC62-E2E954E50365}">
      <dgm:prSet/>
      <dgm:spPr/>
      <dgm:t>
        <a:bodyPr/>
        <a:lstStyle/>
        <a:p>
          <a:endParaRPr lang="en-US" sz="1500"/>
        </a:p>
      </dgm:t>
    </dgm:pt>
    <dgm:pt modelId="{15223A5D-1DC3-4812-9B45-3B0BB44F28CA}" type="sibTrans" cxnId="{DCD10882-3DAF-476A-BC62-E2E954E50365}">
      <dgm:prSet/>
      <dgm:spPr/>
      <dgm:t>
        <a:bodyPr/>
        <a:lstStyle/>
        <a:p>
          <a:endParaRPr lang="en-US"/>
        </a:p>
      </dgm:t>
    </dgm:pt>
    <dgm:pt modelId="{74A6C4E8-3892-42D2-8A09-0A4979A87D99}">
      <dgm:prSet phldrT="[Text]" custT="1"/>
      <dgm:spPr/>
      <dgm:t>
        <a:bodyPr/>
        <a:lstStyle/>
        <a:p>
          <a:r>
            <a:rPr lang="en-US" sz="1500" dirty="0"/>
            <a:t>Workspace</a:t>
          </a:r>
        </a:p>
      </dgm:t>
    </dgm:pt>
    <dgm:pt modelId="{D9BD4FB3-DFBB-4DF2-886E-2E38AE286842}" type="parTrans" cxnId="{532FB153-C521-4917-8444-8A7183B24E60}">
      <dgm:prSet/>
      <dgm:spPr/>
      <dgm:t>
        <a:bodyPr/>
        <a:lstStyle/>
        <a:p>
          <a:endParaRPr lang="en-US" sz="1500"/>
        </a:p>
      </dgm:t>
    </dgm:pt>
    <dgm:pt modelId="{CC71DA44-B45C-48C5-9BAF-FA716F6107AA}" type="sibTrans" cxnId="{532FB153-C521-4917-8444-8A7183B24E60}">
      <dgm:prSet/>
      <dgm:spPr/>
      <dgm:t>
        <a:bodyPr/>
        <a:lstStyle/>
        <a:p>
          <a:endParaRPr lang="en-US"/>
        </a:p>
      </dgm:t>
    </dgm:pt>
    <dgm:pt modelId="{3DBB813E-6B1D-40C2-86A8-15796121D62B}">
      <dgm:prSet phldrT="[Text]" custT="1"/>
      <dgm:spPr/>
      <dgm:t>
        <a:bodyPr/>
        <a:lstStyle/>
        <a:p>
          <a:r>
            <a:rPr lang="en-US" sz="1500" dirty="0"/>
            <a:t>Folder/ Milestone</a:t>
          </a:r>
        </a:p>
      </dgm:t>
    </dgm:pt>
    <dgm:pt modelId="{F6242548-36EA-4D9D-9A7A-1F410BD24CF4}" type="parTrans" cxnId="{17C4B279-4538-46CB-A209-3541C13D4D0D}">
      <dgm:prSet/>
      <dgm:spPr/>
      <dgm:t>
        <a:bodyPr/>
        <a:lstStyle/>
        <a:p>
          <a:endParaRPr lang="en-US" sz="1500"/>
        </a:p>
      </dgm:t>
    </dgm:pt>
    <dgm:pt modelId="{42508FD1-0C19-4710-BA41-8FFB2D7F5C15}" type="sibTrans" cxnId="{17C4B279-4538-46CB-A209-3541C13D4D0D}">
      <dgm:prSet/>
      <dgm:spPr/>
      <dgm:t>
        <a:bodyPr/>
        <a:lstStyle/>
        <a:p>
          <a:endParaRPr lang="en-US"/>
        </a:p>
      </dgm:t>
    </dgm:pt>
    <dgm:pt modelId="{52AFCD3F-C53F-4AA7-ACBD-13AA6B69D3D3}">
      <dgm:prSet phldrT="[Text]" custT="1"/>
      <dgm:spPr/>
      <dgm:t>
        <a:bodyPr/>
        <a:lstStyle/>
        <a:p>
          <a:r>
            <a:rPr lang="en-US" sz="1500" dirty="0"/>
            <a:t>Task-list</a:t>
          </a:r>
        </a:p>
      </dgm:t>
    </dgm:pt>
    <dgm:pt modelId="{34A1DD9F-DC58-4A17-A5EF-A1F3F5205B09}" type="parTrans" cxnId="{3516DC62-DAD2-42BE-B90C-E0D3B3BA3913}">
      <dgm:prSet/>
      <dgm:spPr/>
      <dgm:t>
        <a:bodyPr/>
        <a:lstStyle/>
        <a:p>
          <a:endParaRPr lang="en-US" sz="1500"/>
        </a:p>
      </dgm:t>
    </dgm:pt>
    <dgm:pt modelId="{56830AAC-3672-4644-B893-6EC1815DC634}" type="sibTrans" cxnId="{3516DC62-DAD2-42BE-B90C-E0D3B3BA3913}">
      <dgm:prSet/>
      <dgm:spPr/>
      <dgm:t>
        <a:bodyPr/>
        <a:lstStyle/>
        <a:p>
          <a:endParaRPr lang="en-US"/>
        </a:p>
      </dgm:t>
    </dgm:pt>
    <dgm:pt modelId="{1D672F9C-FFAD-426E-90B3-6E4A20F69925}">
      <dgm:prSet phldrT="[Text]" custT="1"/>
      <dgm:spPr/>
      <dgm:t>
        <a:bodyPr/>
        <a:lstStyle/>
        <a:p>
          <a:r>
            <a:rPr lang="en-US" sz="1500" dirty="0"/>
            <a:t>Task: sub-</a:t>
          </a:r>
          <a:r>
            <a:rPr lang="en-US" sz="1500" dirty="0" err="1"/>
            <a:t>task,UDF</a:t>
          </a:r>
          <a:r>
            <a:rPr lang="en-US" sz="1500" dirty="0"/>
            <a:t>, check-</a:t>
          </a:r>
          <a:r>
            <a:rPr lang="en-US" sz="1500" dirty="0" err="1"/>
            <a:t>list,conment</a:t>
          </a:r>
          <a:r>
            <a:rPr lang="en-US" sz="1500" dirty="0"/>
            <a:t>, files</a:t>
          </a:r>
        </a:p>
      </dgm:t>
    </dgm:pt>
    <dgm:pt modelId="{7991688E-8D1C-4F01-998F-FF69205B0D43}" type="parTrans" cxnId="{F8215BE2-58AC-48C8-BB80-1D0D673D73B8}">
      <dgm:prSet/>
      <dgm:spPr/>
      <dgm:t>
        <a:bodyPr/>
        <a:lstStyle/>
        <a:p>
          <a:endParaRPr lang="en-US" sz="1500"/>
        </a:p>
      </dgm:t>
    </dgm:pt>
    <dgm:pt modelId="{58B41E6F-60F0-4403-AB1E-666346B3559E}" type="sibTrans" cxnId="{F8215BE2-58AC-48C8-BB80-1D0D673D73B8}">
      <dgm:prSet/>
      <dgm:spPr/>
      <dgm:t>
        <a:bodyPr/>
        <a:lstStyle/>
        <a:p>
          <a:endParaRPr lang="en-US"/>
        </a:p>
      </dgm:t>
    </dgm:pt>
    <dgm:pt modelId="{4AD5E13A-9C8F-4DC6-AD4F-A42512C87F84}">
      <dgm:prSet phldrT="[Text]" custT="1"/>
      <dgm:spPr/>
      <dgm:t>
        <a:bodyPr/>
        <a:lstStyle/>
        <a:p>
          <a:r>
            <a:rPr lang="en-US" sz="1500" dirty="0" err="1"/>
            <a:t>Khởi</a:t>
          </a:r>
          <a:r>
            <a:rPr lang="en-US" sz="1500" dirty="0"/>
            <a:t> </a:t>
          </a:r>
          <a:r>
            <a:rPr lang="en-US" sz="1500" dirty="0" err="1"/>
            <a:t>tạo</a:t>
          </a:r>
          <a:endParaRPr lang="en-US" sz="1500" dirty="0"/>
        </a:p>
      </dgm:t>
    </dgm:pt>
    <dgm:pt modelId="{FEFD81DB-43C1-42C5-BA12-476450D478F6}" type="parTrans" cxnId="{5DA63A96-C492-411D-9DF3-A489BC69D0DB}">
      <dgm:prSet/>
      <dgm:spPr/>
      <dgm:t>
        <a:bodyPr/>
        <a:lstStyle/>
        <a:p>
          <a:endParaRPr lang="en-US" sz="1500"/>
        </a:p>
      </dgm:t>
    </dgm:pt>
    <dgm:pt modelId="{0B46861D-0ABE-46E6-AAE1-73B53467DC40}" type="sibTrans" cxnId="{5DA63A96-C492-411D-9DF3-A489BC69D0DB}">
      <dgm:prSet/>
      <dgm:spPr/>
      <dgm:t>
        <a:bodyPr/>
        <a:lstStyle/>
        <a:p>
          <a:endParaRPr lang="en-US"/>
        </a:p>
      </dgm:t>
    </dgm:pt>
    <dgm:pt modelId="{16445AD6-8FC8-4565-AD07-21B6056D09DC}">
      <dgm:prSet phldrT="[Text]" custT="1"/>
      <dgm:spPr/>
      <dgm:t>
        <a:bodyPr/>
        <a:lstStyle/>
        <a:p>
          <a:r>
            <a:rPr lang="en-US" sz="1500" dirty="0" err="1"/>
            <a:t>Đánh</a:t>
          </a:r>
          <a:r>
            <a:rPr lang="en-US" sz="1500" dirty="0"/>
            <a:t> </a:t>
          </a:r>
          <a:r>
            <a:rPr lang="en-US" sz="1500" dirty="0" err="1"/>
            <a:t>giá</a:t>
          </a:r>
          <a:endParaRPr lang="en-US" sz="1500" dirty="0"/>
        </a:p>
      </dgm:t>
    </dgm:pt>
    <dgm:pt modelId="{54954E5E-1B3E-4176-B4ED-9077DE396409}" type="parTrans" cxnId="{5DA9B31D-C092-4600-A162-F56407CEDD17}">
      <dgm:prSet/>
      <dgm:spPr/>
      <dgm:t>
        <a:bodyPr/>
        <a:lstStyle/>
        <a:p>
          <a:endParaRPr lang="en-US" sz="1500"/>
        </a:p>
      </dgm:t>
    </dgm:pt>
    <dgm:pt modelId="{50F4DD17-A3C6-4DAA-BD9C-41E822712156}" type="sibTrans" cxnId="{5DA9B31D-C092-4600-A162-F56407CEDD17}">
      <dgm:prSet/>
      <dgm:spPr/>
      <dgm:t>
        <a:bodyPr/>
        <a:lstStyle/>
        <a:p>
          <a:endParaRPr lang="en-US"/>
        </a:p>
      </dgm:t>
    </dgm:pt>
    <dgm:pt modelId="{C0DCC141-DE28-4051-A05B-4987B439819C}">
      <dgm:prSet phldrT="[Text]" custT="1"/>
      <dgm:spPr/>
      <dgm:t>
        <a:bodyPr/>
        <a:lstStyle/>
        <a:p>
          <a:r>
            <a:rPr lang="en-US" sz="1500" dirty="0"/>
            <a:t>Theo </a:t>
          </a:r>
          <a:r>
            <a:rPr lang="en-US" sz="1500" dirty="0" err="1"/>
            <a:t>công</a:t>
          </a:r>
          <a:r>
            <a:rPr lang="en-US" sz="1500" dirty="0"/>
            <a:t> </a:t>
          </a:r>
          <a:r>
            <a:rPr lang="en-US" sz="1500" dirty="0" err="1"/>
            <a:t>việc</a:t>
          </a:r>
          <a:endParaRPr lang="en-US" sz="1500" dirty="0"/>
        </a:p>
      </dgm:t>
    </dgm:pt>
    <dgm:pt modelId="{E06BF4FB-C2C0-4EB7-8EB3-196009E79DE0}" type="parTrans" cxnId="{F1D83567-EA68-4F68-B669-9E1D78466064}">
      <dgm:prSet/>
      <dgm:spPr/>
      <dgm:t>
        <a:bodyPr/>
        <a:lstStyle/>
        <a:p>
          <a:endParaRPr lang="en-US" sz="1500"/>
        </a:p>
      </dgm:t>
    </dgm:pt>
    <dgm:pt modelId="{4C61550E-AFB1-43D9-922E-CB07648FCA40}" type="sibTrans" cxnId="{F1D83567-EA68-4F68-B669-9E1D78466064}">
      <dgm:prSet/>
      <dgm:spPr/>
      <dgm:t>
        <a:bodyPr/>
        <a:lstStyle/>
        <a:p>
          <a:endParaRPr lang="en-US"/>
        </a:p>
      </dgm:t>
    </dgm:pt>
    <dgm:pt modelId="{1BB354F5-5CBF-45C8-9B59-3497D627D66B}">
      <dgm:prSet phldrT="[Text]" custT="1"/>
      <dgm:spPr/>
      <dgm:t>
        <a:bodyPr/>
        <a:lstStyle/>
        <a:p>
          <a:r>
            <a:rPr lang="en-US" sz="1500" dirty="0"/>
            <a:t>Theo </a:t>
          </a:r>
          <a:r>
            <a:rPr lang="en-US" sz="1500" dirty="0" err="1"/>
            <a:t>quý</a:t>
          </a:r>
          <a:r>
            <a:rPr lang="en-US" sz="1500" dirty="0"/>
            <a:t>/Milestone</a:t>
          </a:r>
        </a:p>
      </dgm:t>
    </dgm:pt>
    <dgm:pt modelId="{7AFF22A8-1EF1-43BB-BADA-CFC0996112A5}" type="parTrans" cxnId="{499D019F-9FEE-4A64-A03E-9338BFB58F1B}">
      <dgm:prSet/>
      <dgm:spPr/>
      <dgm:t>
        <a:bodyPr/>
        <a:lstStyle/>
        <a:p>
          <a:endParaRPr lang="en-US" sz="1500"/>
        </a:p>
      </dgm:t>
    </dgm:pt>
    <dgm:pt modelId="{1FB5805B-8F68-4F50-AC1E-5A9198C37F27}" type="sibTrans" cxnId="{499D019F-9FEE-4A64-A03E-9338BFB58F1B}">
      <dgm:prSet/>
      <dgm:spPr/>
      <dgm:t>
        <a:bodyPr/>
        <a:lstStyle/>
        <a:p>
          <a:endParaRPr lang="en-US"/>
        </a:p>
      </dgm:t>
    </dgm:pt>
    <dgm:pt modelId="{6BD0B4EC-41E7-41D9-B525-BED3F19C6A16}">
      <dgm:prSet phldrT="[Text]" custT="1"/>
      <dgm:spPr/>
      <dgm:t>
        <a:bodyPr/>
        <a:lstStyle/>
        <a:p>
          <a:r>
            <a:rPr lang="en-US" sz="1500" dirty="0"/>
            <a:t>Theo </a:t>
          </a:r>
          <a:r>
            <a:rPr lang="en-US" sz="1500" dirty="0" err="1"/>
            <a:t>Hiệu</a:t>
          </a:r>
          <a:r>
            <a:rPr lang="en-US" sz="1500" dirty="0"/>
            <a:t> quả </a:t>
          </a:r>
          <a:r>
            <a:rPr lang="en-US" sz="1500" dirty="0" err="1"/>
            <a:t>dự</a:t>
          </a:r>
          <a:r>
            <a:rPr lang="en-US" sz="1500" dirty="0"/>
            <a:t> </a:t>
          </a:r>
          <a:r>
            <a:rPr lang="en-US" sz="1500" dirty="0" err="1"/>
            <a:t>án</a:t>
          </a:r>
          <a:endParaRPr lang="en-US" sz="1500" dirty="0"/>
        </a:p>
      </dgm:t>
    </dgm:pt>
    <dgm:pt modelId="{EE75E2AB-BB41-4D65-8758-4A8FB8535B45}" type="parTrans" cxnId="{232A7F1D-92F2-47F3-AF0B-46C8CDCDD70D}">
      <dgm:prSet/>
      <dgm:spPr/>
      <dgm:t>
        <a:bodyPr/>
        <a:lstStyle/>
        <a:p>
          <a:endParaRPr lang="en-US" sz="1500"/>
        </a:p>
      </dgm:t>
    </dgm:pt>
    <dgm:pt modelId="{7194549A-E1E0-4865-965C-30D80F30D6AC}" type="sibTrans" cxnId="{232A7F1D-92F2-47F3-AF0B-46C8CDCDD70D}">
      <dgm:prSet/>
      <dgm:spPr/>
      <dgm:t>
        <a:bodyPr/>
        <a:lstStyle/>
        <a:p>
          <a:endParaRPr lang="en-US"/>
        </a:p>
      </dgm:t>
    </dgm:pt>
    <dgm:pt modelId="{63D2195B-CE3E-4A1E-A417-1A64E8ECA00E}">
      <dgm:prSet phldrT="[Text]" custT="1"/>
      <dgm:spPr/>
      <dgm:t>
        <a:bodyPr/>
        <a:lstStyle/>
        <a:p>
          <a:r>
            <a:rPr lang="en-US" sz="1500" dirty="0" err="1"/>
            <a:t>Cài</a:t>
          </a:r>
          <a:r>
            <a:rPr lang="en-US" sz="1500" dirty="0"/>
            <a:t> </a:t>
          </a:r>
          <a:r>
            <a:rPr lang="en-US" sz="1500" dirty="0" err="1"/>
            <a:t>đặt</a:t>
          </a:r>
          <a:r>
            <a:rPr lang="en-US" sz="1500" dirty="0"/>
            <a:t> </a:t>
          </a:r>
          <a:r>
            <a:rPr lang="en-US" sz="1500" dirty="0" err="1"/>
            <a:t>và</a:t>
          </a:r>
          <a:r>
            <a:rPr lang="en-US" sz="1500" dirty="0"/>
            <a:t> </a:t>
          </a:r>
          <a:r>
            <a:rPr lang="en-US" sz="1500" dirty="0" err="1"/>
            <a:t>công</a:t>
          </a:r>
          <a:r>
            <a:rPr lang="en-US" sz="1500" dirty="0"/>
            <a:t> </a:t>
          </a:r>
          <a:r>
            <a:rPr lang="en-US" sz="1500" dirty="0" err="1"/>
            <a:t>thức</a:t>
          </a:r>
          <a:endParaRPr lang="en-US" sz="1500" dirty="0"/>
        </a:p>
      </dgm:t>
    </dgm:pt>
    <dgm:pt modelId="{D4915174-B966-4356-A088-D5858CBB0320}" type="parTrans" cxnId="{4F9F4B65-3CD3-4507-9247-79DB0F0FE56A}">
      <dgm:prSet/>
      <dgm:spPr/>
      <dgm:t>
        <a:bodyPr/>
        <a:lstStyle/>
        <a:p>
          <a:endParaRPr lang="en-US" sz="1500"/>
        </a:p>
      </dgm:t>
    </dgm:pt>
    <dgm:pt modelId="{D8477FF6-3619-498C-94C7-77D58C1E624C}" type="sibTrans" cxnId="{4F9F4B65-3CD3-4507-9247-79DB0F0FE56A}">
      <dgm:prSet/>
      <dgm:spPr/>
      <dgm:t>
        <a:bodyPr/>
        <a:lstStyle/>
        <a:p>
          <a:endParaRPr lang="en-US"/>
        </a:p>
      </dgm:t>
    </dgm:pt>
    <dgm:pt modelId="{24BD43A9-02A7-478A-9CD4-9E8C861D8FC0}">
      <dgm:prSet phldrT="[Text]" custT="1"/>
      <dgm:spPr/>
      <dgm:t>
        <a:bodyPr/>
        <a:lstStyle/>
        <a:p>
          <a:r>
            <a:rPr lang="en-US" sz="1500" dirty="0" err="1"/>
            <a:t>Kết</a:t>
          </a:r>
          <a:r>
            <a:rPr lang="en-US" sz="1500" dirty="0"/>
            <a:t> quả</a:t>
          </a:r>
        </a:p>
      </dgm:t>
    </dgm:pt>
    <dgm:pt modelId="{F7DF4743-DB1E-4B49-A180-BC75D291F08B}" type="parTrans" cxnId="{633D1467-6EC9-4280-9335-01CD0560E07C}">
      <dgm:prSet/>
      <dgm:spPr/>
      <dgm:t>
        <a:bodyPr/>
        <a:lstStyle/>
        <a:p>
          <a:endParaRPr lang="en-US" sz="1500"/>
        </a:p>
      </dgm:t>
    </dgm:pt>
    <dgm:pt modelId="{F65682F6-08ED-4F4A-9B4A-C0C77A22F330}" type="sibTrans" cxnId="{633D1467-6EC9-4280-9335-01CD0560E07C}">
      <dgm:prSet/>
      <dgm:spPr/>
      <dgm:t>
        <a:bodyPr/>
        <a:lstStyle/>
        <a:p>
          <a:endParaRPr lang="en-US"/>
        </a:p>
      </dgm:t>
    </dgm:pt>
    <dgm:pt modelId="{DCBB4F24-779D-4EF5-B210-319A01370209}" type="pres">
      <dgm:prSet presAssocID="{DCB227D2-7656-4513-8AF5-8228A9B228E6}" presName="Name0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ABB0A08-CE1D-4B1A-801F-80A4683AA146}" type="pres">
      <dgm:prSet presAssocID="{92DD21C5-E3AB-45A4-96CE-20D5AA43A9F0}" presName="hierRoot1" presStyleCnt="0">
        <dgm:presLayoutVars>
          <dgm:hierBranch val="init"/>
        </dgm:presLayoutVars>
      </dgm:prSet>
      <dgm:spPr/>
    </dgm:pt>
    <dgm:pt modelId="{6BA368EE-9257-40EA-9352-4A8598234F1B}" type="pres">
      <dgm:prSet presAssocID="{92DD21C5-E3AB-45A4-96CE-20D5AA43A9F0}" presName="rootComposite1" presStyleCnt="0"/>
      <dgm:spPr/>
    </dgm:pt>
    <dgm:pt modelId="{24C27DC7-F233-44D6-A1D2-6FC909850258}" type="pres">
      <dgm:prSet presAssocID="{92DD21C5-E3AB-45A4-96CE-20D5AA43A9F0}" presName="rootText1" presStyleLbl="alignAcc1" presStyleIdx="0" presStyleCnt="0">
        <dgm:presLayoutVars>
          <dgm:chPref val="3"/>
        </dgm:presLayoutVars>
      </dgm:prSet>
      <dgm:spPr/>
    </dgm:pt>
    <dgm:pt modelId="{80F582AB-C597-4EB1-89A8-0C1FBA4696DC}" type="pres">
      <dgm:prSet presAssocID="{92DD21C5-E3AB-45A4-96CE-20D5AA43A9F0}" presName="topArc1" presStyleLbl="parChTrans1D1" presStyleIdx="0" presStyleCnt="30"/>
      <dgm:spPr/>
    </dgm:pt>
    <dgm:pt modelId="{A173BD14-3FE6-4465-A4A9-47169D9B837B}" type="pres">
      <dgm:prSet presAssocID="{92DD21C5-E3AB-45A4-96CE-20D5AA43A9F0}" presName="bottomArc1" presStyleLbl="parChTrans1D1" presStyleIdx="1" presStyleCnt="30"/>
      <dgm:spPr/>
    </dgm:pt>
    <dgm:pt modelId="{C70147B2-EAB1-4997-9BA3-7DB070A4E0C3}" type="pres">
      <dgm:prSet presAssocID="{92DD21C5-E3AB-45A4-96CE-20D5AA43A9F0}" presName="topConnNode1" presStyleLbl="node1" presStyleIdx="0" presStyleCnt="0"/>
      <dgm:spPr/>
    </dgm:pt>
    <dgm:pt modelId="{FEB43061-5718-45E5-8851-E010D1107224}" type="pres">
      <dgm:prSet presAssocID="{92DD21C5-E3AB-45A4-96CE-20D5AA43A9F0}" presName="hierChild2" presStyleCnt="0"/>
      <dgm:spPr/>
    </dgm:pt>
    <dgm:pt modelId="{F9368548-AC65-4A0E-9724-87BCD0FA92B7}" type="pres">
      <dgm:prSet presAssocID="{1F08DA46-BFC0-499C-B71C-8E3F2B33820B}" presName="Name28" presStyleLbl="parChTrans1D2" presStyleIdx="0" presStyleCnt="3"/>
      <dgm:spPr/>
    </dgm:pt>
    <dgm:pt modelId="{E6F9AE7C-6DFD-4097-BB01-55038D9A9B90}" type="pres">
      <dgm:prSet presAssocID="{B7355EA6-295E-4BBA-8127-FEA286D27628}" presName="hierRoot2" presStyleCnt="0">
        <dgm:presLayoutVars>
          <dgm:hierBranch val="init"/>
        </dgm:presLayoutVars>
      </dgm:prSet>
      <dgm:spPr/>
    </dgm:pt>
    <dgm:pt modelId="{B3CDBE77-160D-44B1-990E-530701CFD7D3}" type="pres">
      <dgm:prSet presAssocID="{B7355EA6-295E-4BBA-8127-FEA286D27628}" presName="rootComposite2" presStyleCnt="0"/>
      <dgm:spPr/>
    </dgm:pt>
    <dgm:pt modelId="{DBBA336D-7912-4558-8E44-7DCBF6C1CF29}" type="pres">
      <dgm:prSet presAssocID="{B7355EA6-295E-4BBA-8127-FEA286D27628}" presName="rootText2" presStyleLbl="alignAcc1" presStyleIdx="0" presStyleCnt="0">
        <dgm:presLayoutVars>
          <dgm:chPref val="3"/>
        </dgm:presLayoutVars>
      </dgm:prSet>
      <dgm:spPr/>
    </dgm:pt>
    <dgm:pt modelId="{E19E364A-9438-44E4-AC47-B622AA6A29D0}" type="pres">
      <dgm:prSet presAssocID="{B7355EA6-295E-4BBA-8127-FEA286D27628}" presName="topArc2" presStyleLbl="parChTrans1D1" presStyleIdx="2" presStyleCnt="30"/>
      <dgm:spPr/>
    </dgm:pt>
    <dgm:pt modelId="{964CF7A3-5374-4BD7-B000-A7E3E35662E3}" type="pres">
      <dgm:prSet presAssocID="{B7355EA6-295E-4BBA-8127-FEA286D27628}" presName="bottomArc2" presStyleLbl="parChTrans1D1" presStyleIdx="3" presStyleCnt="30"/>
      <dgm:spPr/>
    </dgm:pt>
    <dgm:pt modelId="{78FDF5DA-41A4-475B-9FD2-E096A6F7D1F7}" type="pres">
      <dgm:prSet presAssocID="{B7355EA6-295E-4BBA-8127-FEA286D27628}" presName="topConnNode2" presStyleLbl="node2" presStyleIdx="0" presStyleCnt="0"/>
      <dgm:spPr/>
    </dgm:pt>
    <dgm:pt modelId="{0166F63A-68DD-4BF4-87AD-54EC0782EA06}" type="pres">
      <dgm:prSet presAssocID="{B7355EA6-295E-4BBA-8127-FEA286D27628}" presName="hierChild4" presStyleCnt="0"/>
      <dgm:spPr/>
    </dgm:pt>
    <dgm:pt modelId="{7177402E-06A5-4F48-A1FE-B9814C785075}" type="pres">
      <dgm:prSet presAssocID="{D9BD4FB3-DFBB-4DF2-886E-2E38AE286842}" presName="Name28" presStyleLbl="parChTrans1D3" presStyleIdx="0" presStyleCnt="7"/>
      <dgm:spPr/>
    </dgm:pt>
    <dgm:pt modelId="{1471B821-7FA3-4C65-BEA5-4D0098CE7A2B}" type="pres">
      <dgm:prSet presAssocID="{74A6C4E8-3892-42D2-8A09-0A4979A87D99}" presName="hierRoot2" presStyleCnt="0">
        <dgm:presLayoutVars>
          <dgm:hierBranch val="init"/>
        </dgm:presLayoutVars>
      </dgm:prSet>
      <dgm:spPr/>
    </dgm:pt>
    <dgm:pt modelId="{A9C6D92A-295D-4BCC-9B5E-652439C62A16}" type="pres">
      <dgm:prSet presAssocID="{74A6C4E8-3892-42D2-8A09-0A4979A87D99}" presName="rootComposite2" presStyleCnt="0"/>
      <dgm:spPr/>
    </dgm:pt>
    <dgm:pt modelId="{6D9ADFE1-8EA4-4CF2-A9A9-DD7B410379A1}" type="pres">
      <dgm:prSet presAssocID="{74A6C4E8-3892-42D2-8A09-0A4979A87D99}" presName="rootText2" presStyleLbl="alignAcc1" presStyleIdx="0" presStyleCnt="0">
        <dgm:presLayoutVars>
          <dgm:chPref val="3"/>
        </dgm:presLayoutVars>
      </dgm:prSet>
      <dgm:spPr/>
    </dgm:pt>
    <dgm:pt modelId="{4329E287-E7D3-42AA-AF7B-3C8856182005}" type="pres">
      <dgm:prSet presAssocID="{74A6C4E8-3892-42D2-8A09-0A4979A87D99}" presName="topArc2" presStyleLbl="parChTrans1D1" presStyleIdx="4" presStyleCnt="30"/>
      <dgm:spPr/>
    </dgm:pt>
    <dgm:pt modelId="{311FDD48-29E8-42CF-B0CE-F32D33DE0941}" type="pres">
      <dgm:prSet presAssocID="{74A6C4E8-3892-42D2-8A09-0A4979A87D99}" presName="bottomArc2" presStyleLbl="parChTrans1D1" presStyleIdx="5" presStyleCnt="30"/>
      <dgm:spPr/>
    </dgm:pt>
    <dgm:pt modelId="{DBB6F755-58F8-429F-9028-C32D6290D3C3}" type="pres">
      <dgm:prSet presAssocID="{74A6C4E8-3892-42D2-8A09-0A4979A87D99}" presName="topConnNode2" presStyleLbl="node3" presStyleIdx="0" presStyleCnt="0"/>
      <dgm:spPr/>
    </dgm:pt>
    <dgm:pt modelId="{B353EB92-0837-4159-AE99-13F40B9E9258}" type="pres">
      <dgm:prSet presAssocID="{74A6C4E8-3892-42D2-8A09-0A4979A87D99}" presName="hierChild4" presStyleCnt="0"/>
      <dgm:spPr/>
    </dgm:pt>
    <dgm:pt modelId="{05D8EF6E-CB8F-45DF-A3CF-C407808CE962}" type="pres">
      <dgm:prSet presAssocID="{F6242548-36EA-4D9D-9A7A-1F410BD24CF4}" presName="Name28" presStyleLbl="parChTrans1D4" presStyleIdx="0" presStyleCnt="4"/>
      <dgm:spPr/>
    </dgm:pt>
    <dgm:pt modelId="{5128F0E5-550A-4BA3-9038-06DD01AB2C41}" type="pres">
      <dgm:prSet presAssocID="{3DBB813E-6B1D-40C2-86A8-15796121D62B}" presName="hierRoot2" presStyleCnt="0">
        <dgm:presLayoutVars>
          <dgm:hierBranch val="init"/>
        </dgm:presLayoutVars>
      </dgm:prSet>
      <dgm:spPr/>
    </dgm:pt>
    <dgm:pt modelId="{FB9CD230-45DE-4DEB-9FBC-A7449362BAAA}" type="pres">
      <dgm:prSet presAssocID="{3DBB813E-6B1D-40C2-86A8-15796121D62B}" presName="rootComposite2" presStyleCnt="0"/>
      <dgm:spPr/>
    </dgm:pt>
    <dgm:pt modelId="{FDB27F67-E207-449B-8385-714590D28CE6}" type="pres">
      <dgm:prSet presAssocID="{3DBB813E-6B1D-40C2-86A8-15796121D62B}" presName="rootText2" presStyleLbl="alignAcc1" presStyleIdx="0" presStyleCnt="0">
        <dgm:presLayoutVars>
          <dgm:chPref val="3"/>
        </dgm:presLayoutVars>
      </dgm:prSet>
      <dgm:spPr/>
    </dgm:pt>
    <dgm:pt modelId="{FA162CC2-3ACB-4439-BD1B-85C7438B5647}" type="pres">
      <dgm:prSet presAssocID="{3DBB813E-6B1D-40C2-86A8-15796121D62B}" presName="topArc2" presStyleLbl="parChTrans1D1" presStyleIdx="6" presStyleCnt="30"/>
      <dgm:spPr/>
    </dgm:pt>
    <dgm:pt modelId="{6FFE5CF2-1E05-46D0-978D-6E714BF2842C}" type="pres">
      <dgm:prSet presAssocID="{3DBB813E-6B1D-40C2-86A8-15796121D62B}" presName="bottomArc2" presStyleLbl="parChTrans1D1" presStyleIdx="7" presStyleCnt="30"/>
      <dgm:spPr/>
    </dgm:pt>
    <dgm:pt modelId="{5C052853-6446-4BA9-BF21-0C3166064710}" type="pres">
      <dgm:prSet presAssocID="{3DBB813E-6B1D-40C2-86A8-15796121D62B}" presName="topConnNode2" presStyleLbl="node4" presStyleIdx="0" presStyleCnt="0"/>
      <dgm:spPr/>
    </dgm:pt>
    <dgm:pt modelId="{FA2114E8-94F7-4CAB-9741-C3B6108387FD}" type="pres">
      <dgm:prSet presAssocID="{3DBB813E-6B1D-40C2-86A8-15796121D62B}" presName="hierChild4" presStyleCnt="0"/>
      <dgm:spPr/>
    </dgm:pt>
    <dgm:pt modelId="{67920F17-478B-4D42-B880-87B70B4ECC34}" type="pres">
      <dgm:prSet presAssocID="{34A1DD9F-DC58-4A17-A5EF-A1F3F5205B09}" presName="Name28" presStyleLbl="parChTrans1D4" presStyleIdx="1" presStyleCnt="4"/>
      <dgm:spPr/>
    </dgm:pt>
    <dgm:pt modelId="{549A161D-D94A-479F-8E58-F4C5EB158A37}" type="pres">
      <dgm:prSet presAssocID="{52AFCD3F-C53F-4AA7-ACBD-13AA6B69D3D3}" presName="hierRoot2" presStyleCnt="0">
        <dgm:presLayoutVars>
          <dgm:hierBranch val="init"/>
        </dgm:presLayoutVars>
      </dgm:prSet>
      <dgm:spPr/>
    </dgm:pt>
    <dgm:pt modelId="{5FD0E074-8961-465E-86E8-BC87635703AC}" type="pres">
      <dgm:prSet presAssocID="{52AFCD3F-C53F-4AA7-ACBD-13AA6B69D3D3}" presName="rootComposite2" presStyleCnt="0"/>
      <dgm:spPr/>
    </dgm:pt>
    <dgm:pt modelId="{2A239976-5835-4342-A0CD-368C371AEE2D}" type="pres">
      <dgm:prSet presAssocID="{52AFCD3F-C53F-4AA7-ACBD-13AA6B69D3D3}" presName="rootText2" presStyleLbl="alignAcc1" presStyleIdx="0" presStyleCnt="0">
        <dgm:presLayoutVars>
          <dgm:chPref val="3"/>
        </dgm:presLayoutVars>
      </dgm:prSet>
      <dgm:spPr/>
    </dgm:pt>
    <dgm:pt modelId="{5BAE63B0-9FC9-4E95-AAD5-19990C644001}" type="pres">
      <dgm:prSet presAssocID="{52AFCD3F-C53F-4AA7-ACBD-13AA6B69D3D3}" presName="topArc2" presStyleLbl="parChTrans1D1" presStyleIdx="8" presStyleCnt="30"/>
      <dgm:spPr/>
    </dgm:pt>
    <dgm:pt modelId="{06E44DF1-2857-4F01-A495-4A3181C24B7A}" type="pres">
      <dgm:prSet presAssocID="{52AFCD3F-C53F-4AA7-ACBD-13AA6B69D3D3}" presName="bottomArc2" presStyleLbl="parChTrans1D1" presStyleIdx="9" presStyleCnt="30"/>
      <dgm:spPr/>
    </dgm:pt>
    <dgm:pt modelId="{B29A8906-81F6-4A28-A350-B52A2C979FAD}" type="pres">
      <dgm:prSet presAssocID="{52AFCD3F-C53F-4AA7-ACBD-13AA6B69D3D3}" presName="topConnNode2" presStyleLbl="node4" presStyleIdx="0" presStyleCnt="0"/>
      <dgm:spPr/>
    </dgm:pt>
    <dgm:pt modelId="{99E797E0-A1F2-4631-890E-1393B8F14584}" type="pres">
      <dgm:prSet presAssocID="{52AFCD3F-C53F-4AA7-ACBD-13AA6B69D3D3}" presName="hierChild4" presStyleCnt="0"/>
      <dgm:spPr/>
    </dgm:pt>
    <dgm:pt modelId="{1A386EE0-8203-4242-9E3E-DBFF1BADA5C7}" type="pres">
      <dgm:prSet presAssocID="{7991688E-8D1C-4F01-998F-FF69205B0D43}" presName="Name28" presStyleLbl="parChTrans1D4" presStyleIdx="2" presStyleCnt="4"/>
      <dgm:spPr/>
    </dgm:pt>
    <dgm:pt modelId="{C16FC48D-B637-4EF9-83AC-62E283146219}" type="pres">
      <dgm:prSet presAssocID="{1D672F9C-FFAD-426E-90B3-6E4A20F69925}" presName="hierRoot2" presStyleCnt="0">
        <dgm:presLayoutVars>
          <dgm:hierBranch val="init"/>
        </dgm:presLayoutVars>
      </dgm:prSet>
      <dgm:spPr/>
    </dgm:pt>
    <dgm:pt modelId="{F63F1EFC-A02D-42CE-B689-0E9CDB4DB941}" type="pres">
      <dgm:prSet presAssocID="{1D672F9C-FFAD-426E-90B3-6E4A20F69925}" presName="rootComposite2" presStyleCnt="0"/>
      <dgm:spPr/>
    </dgm:pt>
    <dgm:pt modelId="{E0D365C8-F573-4659-B65A-62E3CB1BED96}" type="pres">
      <dgm:prSet presAssocID="{1D672F9C-FFAD-426E-90B3-6E4A20F69925}" presName="rootText2" presStyleLbl="alignAcc1" presStyleIdx="0" presStyleCnt="0">
        <dgm:presLayoutVars>
          <dgm:chPref val="3"/>
        </dgm:presLayoutVars>
      </dgm:prSet>
      <dgm:spPr/>
    </dgm:pt>
    <dgm:pt modelId="{82468EBD-B77A-4AB7-93B0-07B36627687C}" type="pres">
      <dgm:prSet presAssocID="{1D672F9C-FFAD-426E-90B3-6E4A20F69925}" presName="topArc2" presStyleLbl="parChTrans1D1" presStyleIdx="10" presStyleCnt="30"/>
      <dgm:spPr/>
    </dgm:pt>
    <dgm:pt modelId="{30A93C25-1319-432A-A242-2C11EB2E8F78}" type="pres">
      <dgm:prSet presAssocID="{1D672F9C-FFAD-426E-90B3-6E4A20F69925}" presName="bottomArc2" presStyleLbl="parChTrans1D1" presStyleIdx="11" presStyleCnt="30"/>
      <dgm:spPr/>
    </dgm:pt>
    <dgm:pt modelId="{6E7D6CAD-81D9-4D2C-B0BB-5E9F48ED297A}" type="pres">
      <dgm:prSet presAssocID="{1D672F9C-FFAD-426E-90B3-6E4A20F69925}" presName="topConnNode2" presStyleLbl="node4" presStyleIdx="0" presStyleCnt="0"/>
      <dgm:spPr/>
    </dgm:pt>
    <dgm:pt modelId="{7FCFF5DA-DC2C-4DB8-8711-0CF489BCACD3}" type="pres">
      <dgm:prSet presAssocID="{1D672F9C-FFAD-426E-90B3-6E4A20F69925}" presName="hierChild4" presStyleCnt="0"/>
      <dgm:spPr/>
    </dgm:pt>
    <dgm:pt modelId="{307ABD4F-1531-40F8-865C-0352709D89DB}" type="pres">
      <dgm:prSet presAssocID="{1D672F9C-FFAD-426E-90B3-6E4A20F69925}" presName="hierChild5" presStyleCnt="0"/>
      <dgm:spPr/>
    </dgm:pt>
    <dgm:pt modelId="{462896F3-F7D0-460C-890C-FC68483198CD}" type="pres">
      <dgm:prSet presAssocID="{52AFCD3F-C53F-4AA7-ACBD-13AA6B69D3D3}" presName="hierChild5" presStyleCnt="0"/>
      <dgm:spPr/>
    </dgm:pt>
    <dgm:pt modelId="{0ACCEE9F-3FC5-45C4-8EDC-EAE8FD3D61FE}" type="pres">
      <dgm:prSet presAssocID="{3DBB813E-6B1D-40C2-86A8-15796121D62B}" presName="hierChild5" presStyleCnt="0"/>
      <dgm:spPr/>
    </dgm:pt>
    <dgm:pt modelId="{C4E77D62-ADEA-41AA-8F5F-09B6282978D2}" type="pres">
      <dgm:prSet presAssocID="{74A6C4E8-3892-42D2-8A09-0A4979A87D99}" presName="hierChild5" presStyleCnt="0"/>
      <dgm:spPr/>
    </dgm:pt>
    <dgm:pt modelId="{65CBF349-0D1D-4E84-BA12-B5DB15C88F92}" type="pres">
      <dgm:prSet presAssocID="{B7355EA6-295E-4BBA-8127-FEA286D27628}" presName="hierChild5" presStyleCnt="0"/>
      <dgm:spPr/>
    </dgm:pt>
    <dgm:pt modelId="{61348713-764D-4960-BAF4-2F49BB2A09DA}" type="pres">
      <dgm:prSet presAssocID="{8CF47DFF-4664-4035-9863-14793077F7FD}" presName="Name28" presStyleLbl="parChTrans1D2" presStyleIdx="1" presStyleCnt="3"/>
      <dgm:spPr/>
    </dgm:pt>
    <dgm:pt modelId="{36598E35-FBC2-44A0-B592-FF450E70C252}" type="pres">
      <dgm:prSet presAssocID="{C096B284-D2C7-43E0-A14C-7E326835F423}" presName="hierRoot2" presStyleCnt="0">
        <dgm:presLayoutVars>
          <dgm:hierBranch val="init"/>
        </dgm:presLayoutVars>
      </dgm:prSet>
      <dgm:spPr/>
    </dgm:pt>
    <dgm:pt modelId="{76BF54F7-62F7-43F8-9C7E-4A954335421C}" type="pres">
      <dgm:prSet presAssocID="{C096B284-D2C7-43E0-A14C-7E326835F423}" presName="rootComposite2" presStyleCnt="0"/>
      <dgm:spPr/>
    </dgm:pt>
    <dgm:pt modelId="{ED1F391B-958D-4C55-A044-B6E4FB01CB91}" type="pres">
      <dgm:prSet presAssocID="{C096B284-D2C7-43E0-A14C-7E326835F423}" presName="rootText2" presStyleLbl="alignAcc1" presStyleIdx="0" presStyleCnt="0">
        <dgm:presLayoutVars>
          <dgm:chPref val="3"/>
        </dgm:presLayoutVars>
      </dgm:prSet>
      <dgm:spPr/>
    </dgm:pt>
    <dgm:pt modelId="{9A3D3280-087C-4398-A86F-F2C813E1853E}" type="pres">
      <dgm:prSet presAssocID="{C096B284-D2C7-43E0-A14C-7E326835F423}" presName="topArc2" presStyleLbl="parChTrans1D1" presStyleIdx="12" presStyleCnt="30"/>
      <dgm:spPr/>
    </dgm:pt>
    <dgm:pt modelId="{4940BC6D-297A-42CD-B320-99C0B6617F74}" type="pres">
      <dgm:prSet presAssocID="{C096B284-D2C7-43E0-A14C-7E326835F423}" presName="bottomArc2" presStyleLbl="parChTrans1D1" presStyleIdx="13" presStyleCnt="30"/>
      <dgm:spPr/>
    </dgm:pt>
    <dgm:pt modelId="{30A3C98C-02E7-4588-8BA0-585159D83439}" type="pres">
      <dgm:prSet presAssocID="{C096B284-D2C7-43E0-A14C-7E326835F423}" presName="topConnNode2" presStyleLbl="node2" presStyleIdx="0" presStyleCnt="0"/>
      <dgm:spPr/>
    </dgm:pt>
    <dgm:pt modelId="{D593E077-CA59-43A6-8DB4-BE3C3EF6E889}" type="pres">
      <dgm:prSet presAssocID="{C096B284-D2C7-43E0-A14C-7E326835F423}" presName="hierChild4" presStyleCnt="0"/>
      <dgm:spPr/>
    </dgm:pt>
    <dgm:pt modelId="{6F185377-CA99-49A3-AA01-CB6A43C650A4}" type="pres">
      <dgm:prSet presAssocID="{FEFD81DB-43C1-42C5-BA12-476450D478F6}" presName="Name28" presStyleLbl="parChTrans1D3" presStyleIdx="1" presStyleCnt="7"/>
      <dgm:spPr/>
    </dgm:pt>
    <dgm:pt modelId="{0CF0BDC0-0D34-40DD-AA85-E49F88744371}" type="pres">
      <dgm:prSet presAssocID="{4AD5E13A-9C8F-4DC6-AD4F-A42512C87F84}" presName="hierRoot2" presStyleCnt="0">
        <dgm:presLayoutVars>
          <dgm:hierBranch val="init"/>
        </dgm:presLayoutVars>
      </dgm:prSet>
      <dgm:spPr/>
    </dgm:pt>
    <dgm:pt modelId="{D638F049-25B4-440E-A959-40A112B3AFF8}" type="pres">
      <dgm:prSet presAssocID="{4AD5E13A-9C8F-4DC6-AD4F-A42512C87F84}" presName="rootComposite2" presStyleCnt="0"/>
      <dgm:spPr/>
    </dgm:pt>
    <dgm:pt modelId="{B08B0AFC-5629-4AC7-9EA1-3D94CE40734A}" type="pres">
      <dgm:prSet presAssocID="{4AD5E13A-9C8F-4DC6-AD4F-A42512C87F84}" presName="rootText2" presStyleLbl="alignAcc1" presStyleIdx="0" presStyleCnt="0">
        <dgm:presLayoutVars>
          <dgm:chPref val="3"/>
        </dgm:presLayoutVars>
      </dgm:prSet>
      <dgm:spPr/>
    </dgm:pt>
    <dgm:pt modelId="{17921C43-DFAC-4316-8826-1657BC0FA456}" type="pres">
      <dgm:prSet presAssocID="{4AD5E13A-9C8F-4DC6-AD4F-A42512C87F84}" presName="topArc2" presStyleLbl="parChTrans1D1" presStyleIdx="14" presStyleCnt="30"/>
      <dgm:spPr/>
    </dgm:pt>
    <dgm:pt modelId="{01938222-C59E-4C12-AA65-2FA48BFE9B3C}" type="pres">
      <dgm:prSet presAssocID="{4AD5E13A-9C8F-4DC6-AD4F-A42512C87F84}" presName="bottomArc2" presStyleLbl="parChTrans1D1" presStyleIdx="15" presStyleCnt="30"/>
      <dgm:spPr/>
    </dgm:pt>
    <dgm:pt modelId="{CF547CFD-13D1-48B7-99E4-EB7FD1744E93}" type="pres">
      <dgm:prSet presAssocID="{4AD5E13A-9C8F-4DC6-AD4F-A42512C87F84}" presName="topConnNode2" presStyleLbl="node3" presStyleIdx="0" presStyleCnt="0"/>
      <dgm:spPr/>
    </dgm:pt>
    <dgm:pt modelId="{76F215F2-3868-42D7-8EEC-27A74ED9C944}" type="pres">
      <dgm:prSet presAssocID="{4AD5E13A-9C8F-4DC6-AD4F-A42512C87F84}" presName="hierChild4" presStyleCnt="0"/>
      <dgm:spPr/>
    </dgm:pt>
    <dgm:pt modelId="{28445A48-84FB-4732-8A53-A0B6DA0BAFE7}" type="pres">
      <dgm:prSet presAssocID="{4AD5E13A-9C8F-4DC6-AD4F-A42512C87F84}" presName="hierChild5" presStyleCnt="0"/>
      <dgm:spPr/>
    </dgm:pt>
    <dgm:pt modelId="{CE35C42C-F27C-4638-8E24-8ED572988618}" type="pres">
      <dgm:prSet presAssocID="{54954E5E-1B3E-4176-B4ED-9077DE396409}" presName="Name28" presStyleLbl="parChTrans1D3" presStyleIdx="2" presStyleCnt="7"/>
      <dgm:spPr/>
    </dgm:pt>
    <dgm:pt modelId="{B56AC321-B6F5-44DE-A013-3174BCAE7D47}" type="pres">
      <dgm:prSet presAssocID="{16445AD6-8FC8-4565-AD07-21B6056D09DC}" presName="hierRoot2" presStyleCnt="0">
        <dgm:presLayoutVars>
          <dgm:hierBranch val="init"/>
        </dgm:presLayoutVars>
      </dgm:prSet>
      <dgm:spPr/>
    </dgm:pt>
    <dgm:pt modelId="{3502F8C6-6DBE-4941-8462-983E1B9F4D8C}" type="pres">
      <dgm:prSet presAssocID="{16445AD6-8FC8-4565-AD07-21B6056D09DC}" presName="rootComposite2" presStyleCnt="0"/>
      <dgm:spPr/>
    </dgm:pt>
    <dgm:pt modelId="{AD9A243B-40EF-4E42-BC92-72B8695315FB}" type="pres">
      <dgm:prSet presAssocID="{16445AD6-8FC8-4565-AD07-21B6056D09DC}" presName="rootText2" presStyleLbl="alignAcc1" presStyleIdx="0" presStyleCnt="0">
        <dgm:presLayoutVars>
          <dgm:chPref val="3"/>
        </dgm:presLayoutVars>
      </dgm:prSet>
      <dgm:spPr/>
    </dgm:pt>
    <dgm:pt modelId="{D3CB7157-996B-4A9A-B586-25914ED2332F}" type="pres">
      <dgm:prSet presAssocID="{16445AD6-8FC8-4565-AD07-21B6056D09DC}" presName="topArc2" presStyleLbl="parChTrans1D1" presStyleIdx="16" presStyleCnt="30"/>
      <dgm:spPr/>
    </dgm:pt>
    <dgm:pt modelId="{2A30332D-B35A-4C34-958A-B1E8B4DA2B6A}" type="pres">
      <dgm:prSet presAssocID="{16445AD6-8FC8-4565-AD07-21B6056D09DC}" presName="bottomArc2" presStyleLbl="parChTrans1D1" presStyleIdx="17" presStyleCnt="30"/>
      <dgm:spPr/>
    </dgm:pt>
    <dgm:pt modelId="{7999DE4E-8B9A-473D-A36D-DD2498B33BA4}" type="pres">
      <dgm:prSet presAssocID="{16445AD6-8FC8-4565-AD07-21B6056D09DC}" presName="topConnNode2" presStyleLbl="node3" presStyleIdx="0" presStyleCnt="0"/>
      <dgm:spPr/>
    </dgm:pt>
    <dgm:pt modelId="{A826EC38-DEE0-4D24-A4B4-9172768CA1C0}" type="pres">
      <dgm:prSet presAssocID="{16445AD6-8FC8-4565-AD07-21B6056D09DC}" presName="hierChild4" presStyleCnt="0"/>
      <dgm:spPr/>
    </dgm:pt>
    <dgm:pt modelId="{336917B5-D457-4058-B7C5-1F413517AC8D}" type="pres">
      <dgm:prSet presAssocID="{F7DF4743-DB1E-4B49-A180-BC75D291F08B}" presName="Name28" presStyleLbl="parChTrans1D4" presStyleIdx="3" presStyleCnt="4"/>
      <dgm:spPr/>
    </dgm:pt>
    <dgm:pt modelId="{9AFEB18F-9E03-4F16-9302-3424ED1DAED2}" type="pres">
      <dgm:prSet presAssocID="{24BD43A9-02A7-478A-9CD4-9E8C861D8FC0}" presName="hierRoot2" presStyleCnt="0">
        <dgm:presLayoutVars>
          <dgm:hierBranch val="init"/>
        </dgm:presLayoutVars>
      </dgm:prSet>
      <dgm:spPr/>
    </dgm:pt>
    <dgm:pt modelId="{0A0FABB2-F429-4B45-A19E-0156DDEF322E}" type="pres">
      <dgm:prSet presAssocID="{24BD43A9-02A7-478A-9CD4-9E8C861D8FC0}" presName="rootComposite2" presStyleCnt="0"/>
      <dgm:spPr/>
    </dgm:pt>
    <dgm:pt modelId="{35CAC303-9C73-4F94-9421-4EAA65EFFA87}" type="pres">
      <dgm:prSet presAssocID="{24BD43A9-02A7-478A-9CD4-9E8C861D8FC0}" presName="rootText2" presStyleLbl="alignAcc1" presStyleIdx="0" presStyleCnt="0">
        <dgm:presLayoutVars>
          <dgm:chPref val="3"/>
        </dgm:presLayoutVars>
      </dgm:prSet>
      <dgm:spPr/>
    </dgm:pt>
    <dgm:pt modelId="{74408A81-BCB8-43CB-B5B1-F47487F95309}" type="pres">
      <dgm:prSet presAssocID="{24BD43A9-02A7-478A-9CD4-9E8C861D8FC0}" presName="topArc2" presStyleLbl="parChTrans1D1" presStyleIdx="18" presStyleCnt="30"/>
      <dgm:spPr/>
    </dgm:pt>
    <dgm:pt modelId="{A66C503C-DDB5-40A7-BAA0-270965548805}" type="pres">
      <dgm:prSet presAssocID="{24BD43A9-02A7-478A-9CD4-9E8C861D8FC0}" presName="bottomArc2" presStyleLbl="parChTrans1D1" presStyleIdx="19" presStyleCnt="30"/>
      <dgm:spPr/>
    </dgm:pt>
    <dgm:pt modelId="{E9167535-A751-404D-B414-3231C448460B}" type="pres">
      <dgm:prSet presAssocID="{24BD43A9-02A7-478A-9CD4-9E8C861D8FC0}" presName="topConnNode2" presStyleLbl="node4" presStyleIdx="0" presStyleCnt="0"/>
      <dgm:spPr/>
    </dgm:pt>
    <dgm:pt modelId="{BC6B4481-4844-4E61-84DE-95910880DEB2}" type="pres">
      <dgm:prSet presAssocID="{24BD43A9-02A7-478A-9CD4-9E8C861D8FC0}" presName="hierChild4" presStyleCnt="0"/>
      <dgm:spPr/>
    </dgm:pt>
    <dgm:pt modelId="{AF3C63E9-EF5C-450D-AB1E-A5EA7AB3A5A3}" type="pres">
      <dgm:prSet presAssocID="{24BD43A9-02A7-478A-9CD4-9E8C861D8FC0}" presName="hierChild5" presStyleCnt="0"/>
      <dgm:spPr/>
    </dgm:pt>
    <dgm:pt modelId="{38AEFD57-85E4-4AF9-99DA-2D8D2A3C00B1}" type="pres">
      <dgm:prSet presAssocID="{16445AD6-8FC8-4565-AD07-21B6056D09DC}" presName="hierChild5" presStyleCnt="0"/>
      <dgm:spPr/>
    </dgm:pt>
    <dgm:pt modelId="{2458177E-359E-4F64-AE4E-3E390B9FFB8F}" type="pres">
      <dgm:prSet presAssocID="{C096B284-D2C7-43E0-A14C-7E326835F423}" presName="hierChild5" presStyleCnt="0"/>
      <dgm:spPr/>
    </dgm:pt>
    <dgm:pt modelId="{B81D0363-FC3C-4FB1-8D3A-01A8B6CD6010}" type="pres">
      <dgm:prSet presAssocID="{EABD9BD3-3752-49EF-B31E-3D5B470188E3}" presName="Name28" presStyleLbl="parChTrans1D2" presStyleIdx="2" presStyleCnt="3"/>
      <dgm:spPr/>
    </dgm:pt>
    <dgm:pt modelId="{7B993856-8788-42C0-BB5D-6B4C28C69569}" type="pres">
      <dgm:prSet presAssocID="{5261E4B4-9C23-4D17-B238-A4FF8ABA0808}" presName="hierRoot2" presStyleCnt="0">
        <dgm:presLayoutVars>
          <dgm:hierBranch val="init"/>
        </dgm:presLayoutVars>
      </dgm:prSet>
      <dgm:spPr/>
    </dgm:pt>
    <dgm:pt modelId="{96BE20CF-B176-4F8D-80BE-35392C3D689A}" type="pres">
      <dgm:prSet presAssocID="{5261E4B4-9C23-4D17-B238-A4FF8ABA0808}" presName="rootComposite2" presStyleCnt="0"/>
      <dgm:spPr/>
    </dgm:pt>
    <dgm:pt modelId="{78753B26-A9F0-407A-A9F3-284087E2C286}" type="pres">
      <dgm:prSet presAssocID="{5261E4B4-9C23-4D17-B238-A4FF8ABA0808}" presName="rootText2" presStyleLbl="alignAcc1" presStyleIdx="0" presStyleCnt="0">
        <dgm:presLayoutVars>
          <dgm:chPref val="3"/>
        </dgm:presLayoutVars>
      </dgm:prSet>
      <dgm:spPr/>
    </dgm:pt>
    <dgm:pt modelId="{6D35D36C-3856-44FC-A146-0F445C02C1AB}" type="pres">
      <dgm:prSet presAssocID="{5261E4B4-9C23-4D17-B238-A4FF8ABA0808}" presName="topArc2" presStyleLbl="parChTrans1D1" presStyleIdx="20" presStyleCnt="30"/>
      <dgm:spPr/>
    </dgm:pt>
    <dgm:pt modelId="{97923326-FEC4-4F97-9B04-98156F58B8C6}" type="pres">
      <dgm:prSet presAssocID="{5261E4B4-9C23-4D17-B238-A4FF8ABA0808}" presName="bottomArc2" presStyleLbl="parChTrans1D1" presStyleIdx="21" presStyleCnt="30"/>
      <dgm:spPr/>
    </dgm:pt>
    <dgm:pt modelId="{0CBF28D8-B2FA-4EA6-8BE6-C34FCBE6AF48}" type="pres">
      <dgm:prSet presAssocID="{5261E4B4-9C23-4D17-B238-A4FF8ABA0808}" presName="topConnNode2" presStyleLbl="node2" presStyleIdx="0" presStyleCnt="0"/>
      <dgm:spPr/>
    </dgm:pt>
    <dgm:pt modelId="{28D5A0AC-4F33-4914-9481-91728EFB2A23}" type="pres">
      <dgm:prSet presAssocID="{5261E4B4-9C23-4D17-B238-A4FF8ABA0808}" presName="hierChild4" presStyleCnt="0"/>
      <dgm:spPr/>
    </dgm:pt>
    <dgm:pt modelId="{E7F7B851-416B-4A21-9F1A-DB064267CFE4}" type="pres">
      <dgm:prSet presAssocID="{E06BF4FB-C2C0-4EB7-8EB3-196009E79DE0}" presName="Name28" presStyleLbl="parChTrans1D3" presStyleIdx="3" presStyleCnt="7"/>
      <dgm:spPr/>
    </dgm:pt>
    <dgm:pt modelId="{EA8DC0FF-98EE-4D39-AD75-B749F619464B}" type="pres">
      <dgm:prSet presAssocID="{C0DCC141-DE28-4051-A05B-4987B439819C}" presName="hierRoot2" presStyleCnt="0">
        <dgm:presLayoutVars>
          <dgm:hierBranch val="init"/>
        </dgm:presLayoutVars>
      </dgm:prSet>
      <dgm:spPr/>
    </dgm:pt>
    <dgm:pt modelId="{DA148F06-9A1D-42FE-9C04-5CDCA22A1E56}" type="pres">
      <dgm:prSet presAssocID="{C0DCC141-DE28-4051-A05B-4987B439819C}" presName="rootComposite2" presStyleCnt="0"/>
      <dgm:spPr/>
    </dgm:pt>
    <dgm:pt modelId="{8E60C1B8-2DD3-4D52-874A-EE0148344426}" type="pres">
      <dgm:prSet presAssocID="{C0DCC141-DE28-4051-A05B-4987B439819C}" presName="rootText2" presStyleLbl="alignAcc1" presStyleIdx="0" presStyleCnt="0">
        <dgm:presLayoutVars>
          <dgm:chPref val="3"/>
        </dgm:presLayoutVars>
      </dgm:prSet>
      <dgm:spPr/>
    </dgm:pt>
    <dgm:pt modelId="{75352F99-239D-4F2B-83B6-FFEE645E55D4}" type="pres">
      <dgm:prSet presAssocID="{C0DCC141-DE28-4051-A05B-4987B439819C}" presName="topArc2" presStyleLbl="parChTrans1D1" presStyleIdx="22" presStyleCnt="30"/>
      <dgm:spPr/>
    </dgm:pt>
    <dgm:pt modelId="{0E3724E0-1486-4BE9-8304-9E151D030664}" type="pres">
      <dgm:prSet presAssocID="{C0DCC141-DE28-4051-A05B-4987B439819C}" presName="bottomArc2" presStyleLbl="parChTrans1D1" presStyleIdx="23" presStyleCnt="30"/>
      <dgm:spPr/>
    </dgm:pt>
    <dgm:pt modelId="{53283DB5-7E14-4A7C-A126-B19D72EE77C4}" type="pres">
      <dgm:prSet presAssocID="{C0DCC141-DE28-4051-A05B-4987B439819C}" presName="topConnNode2" presStyleLbl="node3" presStyleIdx="0" presStyleCnt="0"/>
      <dgm:spPr/>
    </dgm:pt>
    <dgm:pt modelId="{C659A933-283E-4247-85B2-257B20CA935B}" type="pres">
      <dgm:prSet presAssocID="{C0DCC141-DE28-4051-A05B-4987B439819C}" presName="hierChild4" presStyleCnt="0"/>
      <dgm:spPr/>
    </dgm:pt>
    <dgm:pt modelId="{4FB2F0AC-AAB1-4834-8DE2-1D79BA3D0048}" type="pres">
      <dgm:prSet presAssocID="{C0DCC141-DE28-4051-A05B-4987B439819C}" presName="hierChild5" presStyleCnt="0"/>
      <dgm:spPr/>
    </dgm:pt>
    <dgm:pt modelId="{68A4C870-1AB9-4B13-B8AE-0770EEE93412}" type="pres">
      <dgm:prSet presAssocID="{7AFF22A8-1EF1-43BB-BADA-CFC0996112A5}" presName="Name28" presStyleLbl="parChTrans1D3" presStyleIdx="4" presStyleCnt="7"/>
      <dgm:spPr/>
    </dgm:pt>
    <dgm:pt modelId="{BBAF43B8-FAA8-4DDA-91AF-652C9A5A97F3}" type="pres">
      <dgm:prSet presAssocID="{1BB354F5-5CBF-45C8-9B59-3497D627D66B}" presName="hierRoot2" presStyleCnt="0">
        <dgm:presLayoutVars>
          <dgm:hierBranch val="init"/>
        </dgm:presLayoutVars>
      </dgm:prSet>
      <dgm:spPr/>
    </dgm:pt>
    <dgm:pt modelId="{359E9C30-FF74-461B-A847-6122B802D423}" type="pres">
      <dgm:prSet presAssocID="{1BB354F5-5CBF-45C8-9B59-3497D627D66B}" presName="rootComposite2" presStyleCnt="0"/>
      <dgm:spPr/>
    </dgm:pt>
    <dgm:pt modelId="{BDFAB9CE-AD15-4212-910F-1866DA71941A}" type="pres">
      <dgm:prSet presAssocID="{1BB354F5-5CBF-45C8-9B59-3497D627D66B}" presName="rootText2" presStyleLbl="alignAcc1" presStyleIdx="0" presStyleCnt="0">
        <dgm:presLayoutVars>
          <dgm:chPref val="3"/>
        </dgm:presLayoutVars>
      </dgm:prSet>
      <dgm:spPr/>
    </dgm:pt>
    <dgm:pt modelId="{BE76120E-D102-4D47-A3D1-B8640AB57825}" type="pres">
      <dgm:prSet presAssocID="{1BB354F5-5CBF-45C8-9B59-3497D627D66B}" presName="topArc2" presStyleLbl="parChTrans1D1" presStyleIdx="24" presStyleCnt="30"/>
      <dgm:spPr/>
    </dgm:pt>
    <dgm:pt modelId="{E261A660-3BF6-48BF-89FE-23E1F1D5B1E7}" type="pres">
      <dgm:prSet presAssocID="{1BB354F5-5CBF-45C8-9B59-3497D627D66B}" presName="bottomArc2" presStyleLbl="parChTrans1D1" presStyleIdx="25" presStyleCnt="30"/>
      <dgm:spPr/>
    </dgm:pt>
    <dgm:pt modelId="{FDCD115E-24CF-4EA7-8833-379ACD99B837}" type="pres">
      <dgm:prSet presAssocID="{1BB354F5-5CBF-45C8-9B59-3497D627D66B}" presName="topConnNode2" presStyleLbl="node3" presStyleIdx="0" presStyleCnt="0"/>
      <dgm:spPr/>
    </dgm:pt>
    <dgm:pt modelId="{EBE93DCF-E169-4333-83AC-D7C31051D8A6}" type="pres">
      <dgm:prSet presAssocID="{1BB354F5-5CBF-45C8-9B59-3497D627D66B}" presName="hierChild4" presStyleCnt="0"/>
      <dgm:spPr/>
    </dgm:pt>
    <dgm:pt modelId="{29AE8AB7-BFD2-4EF7-9EF2-0CB5D342F530}" type="pres">
      <dgm:prSet presAssocID="{1BB354F5-5CBF-45C8-9B59-3497D627D66B}" presName="hierChild5" presStyleCnt="0"/>
      <dgm:spPr/>
    </dgm:pt>
    <dgm:pt modelId="{05E9A50E-F69A-4C41-B815-D5B38D88D1A0}" type="pres">
      <dgm:prSet presAssocID="{EE75E2AB-BB41-4D65-8758-4A8FB8535B45}" presName="Name28" presStyleLbl="parChTrans1D3" presStyleIdx="5" presStyleCnt="7"/>
      <dgm:spPr/>
    </dgm:pt>
    <dgm:pt modelId="{6B371B5D-71B7-4E71-A03C-C4CA2FCBE473}" type="pres">
      <dgm:prSet presAssocID="{6BD0B4EC-41E7-41D9-B525-BED3F19C6A16}" presName="hierRoot2" presStyleCnt="0">
        <dgm:presLayoutVars>
          <dgm:hierBranch val="init"/>
        </dgm:presLayoutVars>
      </dgm:prSet>
      <dgm:spPr/>
    </dgm:pt>
    <dgm:pt modelId="{C28504C5-4695-4B8B-A34C-397677D7104F}" type="pres">
      <dgm:prSet presAssocID="{6BD0B4EC-41E7-41D9-B525-BED3F19C6A16}" presName="rootComposite2" presStyleCnt="0"/>
      <dgm:spPr/>
    </dgm:pt>
    <dgm:pt modelId="{7C140218-C1C5-4FB2-B6EA-DF3F6413BD7D}" type="pres">
      <dgm:prSet presAssocID="{6BD0B4EC-41E7-41D9-B525-BED3F19C6A16}" presName="rootText2" presStyleLbl="alignAcc1" presStyleIdx="0" presStyleCnt="0">
        <dgm:presLayoutVars>
          <dgm:chPref val="3"/>
        </dgm:presLayoutVars>
      </dgm:prSet>
      <dgm:spPr/>
    </dgm:pt>
    <dgm:pt modelId="{FE99ED51-D716-4CA8-8D09-6122EC52FD2B}" type="pres">
      <dgm:prSet presAssocID="{6BD0B4EC-41E7-41D9-B525-BED3F19C6A16}" presName="topArc2" presStyleLbl="parChTrans1D1" presStyleIdx="26" presStyleCnt="30"/>
      <dgm:spPr/>
    </dgm:pt>
    <dgm:pt modelId="{2B72AD40-D893-497E-9243-6CE621E5FDCD}" type="pres">
      <dgm:prSet presAssocID="{6BD0B4EC-41E7-41D9-B525-BED3F19C6A16}" presName="bottomArc2" presStyleLbl="parChTrans1D1" presStyleIdx="27" presStyleCnt="30"/>
      <dgm:spPr/>
    </dgm:pt>
    <dgm:pt modelId="{1ABCE1B9-E7CC-44BC-AC7F-68759E5BBC36}" type="pres">
      <dgm:prSet presAssocID="{6BD0B4EC-41E7-41D9-B525-BED3F19C6A16}" presName="topConnNode2" presStyleLbl="node3" presStyleIdx="0" presStyleCnt="0"/>
      <dgm:spPr/>
    </dgm:pt>
    <dgm:pt modelId="{13E91503-3898-4DDE-83E1-EC18F964867F}" type="pres">
      <dgm:prSet presAssocID="{6BD0B4EC-41E7-41D9-B525-BED3F19C6A16}" presName="hierChild4" presStyleCnt="0"/>
      <dgm:spPr/>
    </dgm:pt>
    <dgm:pt modelId="{2A83998C-F5E1-4998-8BE3-5234959178C0}" type="pres">
      <dgm:prSet presAssocID="{6BD0B4EC-41E7-41D9-B525-BED3F19C6A16}" presName="hierChild5" presStyleCnt="0"/>
      <dgm:spPr/>
    </dgm:pt>
    <dgm:pt modelId="{7EB80FDC-7966-47B3-A3C1-F70F068F1394}" type="pres">
      <dgm:prSet presAssocID="{D4915174-B966-4356-A088-D5858CBB0320}" presName="Name28" presStyleLbl="parChTrans1D3" presStyleIdx="6" presStyleCnt="7"/>
      <dgm:spPr/>
    </dgm:pt>
    <dgm:pt modelId="{D4FBC6A1-18F2-462B-BBC3-CE7E1D8BC9BC}" type="pres">
      <dgm:prSet presAssocID="{63D2195B-CE3E-4A1E-A417-1A64E8ECA00E}" presName="hierRoot2" presStyleCnt="0">
        <dgm:presLayoutVars>
          <dgm:hierBranch val="init"/>
        </dgm:presLayoutVars>
      </dgm:prSet>
      <dgm:spPr/>
    </dgm:pt>
    <dgm:pt modelId="{62DF928D-549F-4FD1-B622-7C9FA3889AC4}" type="pres">
      <dgm:prSet presAssocID="{63D2195B-CE3E-4A1E-A417-1A64E8ECA00E}" presName="rootComposite2" presStyleCnt="0"/>
      <dgm:spPr/>
    </dgm:pt>
    <dgm:pt modelId="{6789CE22-61CB-449A-A6CD-F895EED08B75}" type="pres">
      <dgm:prSet presAssocID="{63D2195B-CE3E-4A1E-A417-1A64E8ECA00E}" presName="rootText2" presStyleLbl="alignAcc1" presStyleIdx="0" presStyleCnt="0">
        <dgm:presLayoutVars>
          <dgm:chPref val="3"/>
        </dgm:presLayoutVars>
      </dgm:prSet>
      <dgm:spPr/>
    </dgm:pt>
    <dgm:pt modelId="{2BC4D2A7-68CC-45C2-8D17-FB756E890DEF}" type="pres">
      <dgm:prSet presAssocID="{63D2195B-CE3E-4A1E-A417-1A64E8ECA00E}" presName="topArc2" presStyleLbl="parChTrans1D1" presStyleIdx="28" presStyleCnt="30"/>
      <dgm:spPr/>
    </dgm:pt>
    <dgm:pt modelId="{9E394FDD-D70D-4514-BAE1-E804E65F71BA}" type="pres">
      <dgm:prSet presAssocID="{63D2195B-CE3E-4A1E-A417-1A64E8ECA00E}" presName="bottomArc2" presStyleLbl="parChTrans1D1" presStyleIdx="29" presStyleCnt="30"/>
      <dgm:spPr/>
    </dgm:pt>
    <dgm:pt modelId="{737689F9-F2E8-40C3-B215-00A006D671A7}" type="pres">
      <dgm:prSet presAssocID="{63D2195B-CE3E-4A1E-A417-1A64E8ECA00E}" presName="topConnNode2" presStyleLbl="node3" presStyleIdx="0" presStyleCnt="0"/>
      <dgm:spPr/>
    </dgm:pt>
    <dgm:pt modelId="{10CA7361-742A-4806-AC1B-4B632A8B8926}" type="pres">
      <dgm:prSet presAssocID="{63D2195B-CE3E-4A1E-A417-1A64E8ECA00E}" presName="hierChild4" presStyleCnt="0"/>
      <dgm:spPr/>
    </dgm:pt>
    <dgm:pt modelId="{1B2EBC21-92CF-4D9E-9D0D-5C8197FA685A}" type="pres">
      <dgm:prSet presAssocID="{63D2195B-CE3E-4A1E-A417-1A64E8ECA00E}" presName="hierChild5" presStyleCnt="0"/>
      <dgm:spPr/>
    </dgm:pt>
    <dgm:pt modelId="{2E04A34B-5210-4057-BAEC-79A27692005A}" type="pres">
      <dgm:prSet presAssocID="{5261E4B4-9C23-4D17-B238-A4FF8ABA0808}" presName="hierChild5" presStyleCnt="0"/>
      <dgm:spPr/>
    </dgm:pt>
    <dgm:pt modelId="{93A6412A-DAD9-4561-A22A-BBD98B40AF5F}" type="pres">
      <dgm:prSet presAssocID="{92DD21C5-E3AB-45A4-96CE-20D5AA43A9F0}" presName="hierChild3" presStyleCnt="0"/>
      <dgm:spPr/>
    </dgm:pt>
  </dgm:ptLst>
  <dgm:cxnLst>
    <dgm:cxn modelId="{FBCD0C02-F5BF-4A3D-A893-E78F0D897341}" type="presOf" srcId="{3DBB813E-6B1D-40C2-86A8-15796121D62B}" destId="{FDB27F67-E207-449B-8385-714590D28CE6}" srcOrd="0" destOrd="0" presId="urn:microsoft.com/office/officeart/2008/layout/HalfCircleOrganizationChart"/>
    <dgm:cxn modelId="{568AB002-841E-4D6F-A0CF-D306518B35AE}" type="presOf" srcId="{5261E4B4-9C23-4D17-B238-A4FF8ABA0808}" destId="{78753B26-A9F0-407A-A9F3-284087E2C286}" srcOrd="0" destOrd="0" presId="urn:microsoft.com/office/officeart/2008/layout/HalfCircleOrganizationChart"/>
    <dgm:cxn modelId="{89B63507-2466-43BC-82B1-73006364ABFC}" type="presOf" srcId="{54954E5E-1B3E-4176-B4ED-9077DE396409}" destId="{CE35C42C-F27C-4638-8E24-8ED572988618}" srcOrd="0" destOrd="0" presId="urn:microsoft.com/office/officeart/2008/layout/HalfCircleOrganizationChart"/>
    <dgm:cxn modelId="{4454350B-BBB6-480E-BA03-A0E6AE0DC3D1}" type="presOf" srcId="{D9BD4FB3-DFBB-4DF2-886E-2E38AE286842}" destId="{7177402E-06A5-4F48-A1FE-B9814C785075}" srcOrd="0" destOrd="0" presId="urn:microsoft.com/office/officeart/2008/layout/HalfCircleOrganizationChart"/>
    <dgm:cxn modelId="{7F66640C-7321-478E-975C-3D08800E362B}" type="presOf" srcId="{24BD43A9-02A7-478A-9CD4-9E8C861D8FC0}" destId="{35CAC303-9C73-4F94-9421-4EAA65EFFA87}" srcOrd="0" destOrd="0" presId="urn:microsoft.com/office/officeart/2008/layout/HalfCircleOrganizationChart"/>
    <dgm:cxn modelId="{8D468213-273E-4D52-81A7-1C81E90ECA74}" type="presOf" srcId="{16445AD6-8FC8-4565-AD07-21B6056D09DC}" destId="{7999DE4E-8B9A-473D-A36D-DD2498B33BA4}" srcOrd="1" destOrd="0" presId="urn:microsoft.com/office/officeart/2008/layout/HalfCircleOrganizationChart"/>
    <dgm:cxn modelId="{232A7F1D-92F2-47F3-AF0B-46C8CDCDD70D}" srcId="{5261E4B4-9C23-4D17-B238-A4FF8ABA0808}" destId="{6BD0B4EC-41E7-41D9-B525-BED3F19C6A16}" srcOrd="2" destOrd="0" parTransId="{EE75E2AB-BB41-4D65-8758-4A8FB8535B45}" sibTransId="{7194549A-E1E0-4865-965C-30D80F30D6AC}"/>
    <dgm:cxn modelId="{5DA9B31D-C092-4600-A162-F56407CEDD17}" srcId="{C096B284-D2C7-43E0-A14C-7E326835F423}" destId="{16445AD6-8FC8-4565-AD07-21B6056D09DC}" srcOrd="1" destOrd="0" parTransId="{54954E5E-1B3E-4176-B4ED-9077DE396409}" sibTransId="{50F4DD17-A3C6-4DAA-BD9C-41E822712156}"/>
    <dgm:cxn modelId="{2E5CD91E-D160-4BF4-BB2F-FB4A0CF17A80}" type="presOf" srcId="{F7DF4743-DB1E-4B49-A180-BC75D291F08B}" destId="{336917B5-D457-4058-B7C5-1F413517AC8D}" srcOrd="0" destOrd="0" presId="urn:microsoft.com/office/officeart/2008/layout/HalfCircleOrganizationChart"/>
    <dgm:cxn modelId="{7093AB2A-C670-490F-9A64-8146BCE7B8E2}" type="presOf" srcId="{34A1DD9F-DC58-4A17-A5EF-A1F3F5205B09}" destId="{67920F17-478B-4D42-B880-87B70B4ECC34}" srcOrd="0" destOrd="0" presId="urn:microsoft.com/office/officeart/2008/layout/HalfCircleOrganizationChart"/>
    <dgm:cxn modelId="{FAFA0E33-C03E-48D0-8BC2-6545798E518F}" type="presOf" srcId="{52AFCD3F-C53F-4AA7-ACBD-13AA6B69D3D3}" destId="{B29A8906-81F6-4A28-A350-B52A2C979FAD}" srcOrd="1" destOrd="0" presId="urn:microsoft.com/office/officeart/2008/layout/HalfCircleOrganizationChart"/>
    <dgm:cxn modelId="{3516DC62-DAD2-42BE-B90C-E0D3B3BA3913}" srcId="{3DBB813E-6B1D-40C2-86A8-15796121D62B}" destId="{52AFCD3F-C53F-4AA7-ACBD-13AA6B69D3D3}" srcOrd="0" destOrd="0" parTransId="{34A1DD9F-DC58-4A17-A5EF-A1F3F5205B09}" sibTransId="{56830AAC-3672-4644-B893-6EC1815DC634}"/>
    <dgm:cxn modelId="{4F9F4B65-3CD3-4507-9247-79DB0F0FE56A}" srcId="{5261E4B4-9C23-4D17-B238-A4FF8ABA0808}" destId="{63D2195B-CE3E-4A1E-A417-1A64E8ECA00E}" srcOrd="3" destOrd="0" parTransId="{D4915174-B966-4356-A088-D5858CBB0320}" sibTransId="{D8477FF6-3619-498C-94C7-77D58C1E624C}"/>
    <dgm:cxn modelId="{26B08945-93E9-4F67-8958-FBD6CFEB433B}" type="presOf" srcId="{B7355EA6-295E-4BBA-8127-FEA286D27628}" destId="{DBBA336D-7912-4558-8E44-7DCBF6C1CF29}" srcOrd="0" destOrd="0" presId="urn:microsoft.com/office/officeart/2008/layout/HalfCircleOrganizationChart"/>
    <dgm:cxn modelId="{6D631F46-8406-41E8-A8FE-29D6280C5231}" type="presOf" srcId="{F6242548-36EA-4D9D-9A7A-1F410BD24CF4}" destId="{05D8EF6E-CB8F-45DF-A3CF-C407808CE962}" srcOrd="0" destOrd="0" presId="urn:microsoft.com/office/officeart/2008/layout/HalfCircleOrganizationChart"/>
    <dgm:cxn modelId="{633D1467-6EC9-4280-9335-01CD0560E07C}" srcId="{16445AD6-8FC8-4565-AD07-21B6056D09DC}" destId="{24BD43A9-02A7-478A-9CD4-9E8C861D8FC0}" srcOrd="0" destOrd="0" parTransId="{F7DF4743-DB1E-4B49-A180-BC75D291F08B}" sibTransId="{F65682F6-08ED-4F4A-9B4A-C0C77A22F330}"/>
    <dgm:cxn modelId="{F1D83567-EA68-4F68-B669-9E1D78466064}" srcId="{5261E4B4-9C23-4D17-B238-A4FF8ABA0808}" destId="{C0DCC141-DE28-4051-A05B-4987B439819C}" srcOrd="0" destOrd="0" parTransId="{E06BF4FB-C2C0-4EB7-8EB3-196009E79DE0}" sibTransId="{4C61550E-AFB1-43D9-922E-CB07648FCA40}"/>
    <dgm:cxn modelId="{59977B48-DE1C-4A2A-8C51-52A4CA09A0A4}" type="presOf" srcId="{52AFCD3F-C53F-4AA7-ACBD-13AA6B69D3D3}" destId="{2A239976-5835-4342-A0CD-368C371AEE2D}" srcOrd="0" destOrd="0" presId="urn:microsoft.com/office/officeart/2008/layout/HalfCircleOrganizationChart"/>
    <dgm:cxn modelId="{E27F1B49-6B73-4CF1-808A-04E77EFFE0DF}" type="presOf" srcId="{16445AD6-8FC8-4565-AD07-21B6056D09DC}" destId="{AD9A243B-40EF-4E42-BC92-72B8695315FB}" srcOrd="0" destOrd="0" presId="urn:microsoft.com/office/officeart/2008/layout/HalfCircleOrganizationChart"/>
    <dgm:cxn modelId="{1AB3B450-1510-422C-9C5A-45E064D2B127}" type="presOf" srcId="{24BD43A9-02A7-478A-9CD4-9E8C861D8FC0}" destId="{E9167535-A751-404D-B414-3231C448460B}" srcOrd="1" destOrd="0" presId="urn:microsoft.com/office/officeart/2008/layout/HalfCircleOrganizationChart"/>
    <dgm:cxn modelId="{532FB153-C521-4917-8444-8A7183B24E60}" srcId="{B7355EA6-295E-4BBA-8127-FEA286D27628}" destId="{74A6C4E8-3892-42D2-8A09-0A4979A87D99}" srcOrd="0" destOrd="0" parTransId="{D9BD4FB3-DFBB-4DF2-886E-2E38AE286842}" sibTransId="{CC71DA44-B45C-48C5-9BAF-FA716F6107AA}"/>
    <dgm:cxn modelId="{72215574-426A-42D0-8E73-3D42B2575BDE}" type="presOf" srcId="{C0DCC141-DE28-4051-A05B-4987B439819C}" destId="{53283DB5-7E14-4A7C-A126-B19D72EE77C4}" srcOrd="1" destOrd="0" presId="urn:microsoft.com/office/officeart/2008/layout/HalfCircleOrganizationChart"/>
    <dgm:cxn modelId="{656F3475-FA58-4C61-A308-FCD433544873}" type="presOf" srcId="{E06BF4FB-C2C0-4EB7-8EB3-196009E79DE0}" destId="{E7F7B851-416B-4A21-9F1A-DB064267CFE4}" srcOrd="0" destOrd="0" presId="urn:microsoft.com/office/officeart/2008/layout/HalfCircleOrganizationChart"/>
    <dgm:cxn modelId="{7103D057-60E4-467D-88AF-9804DB96B65A}" type="presOf" srcId="{74A6C4E8-3892-42D2-8A09-0A4979A87D99}" destId="{DBB6F755-58F8-429F-9028-C32D6290D3C3}" srcOrd="1" destOrd="0" presId="urn:microsoft.com/office/officeart/2008/layout/HalfCircleOrganizationChart"/>
    <dgm:cxn modelId="{12D30479-E801-49FF-BA63-B0770D3D0471}" type="presOf" srcId="{92DD21C5-E3AB-45A4-96CE-20D5AA43A9F0}" destId="{C70147B2-EAB1-4997-9BA3-7DB070A4E0C3}" srcOrd="1" destOrd="0" presId="urn:microsoft.com/office/officeart/2008/layout/HalfCircleOrganizationChart"/>
    <dgm:cxn modelId="{E7B31179-22AE-429D-BB6F-C41B7575E33F}" type="presOf" srcId="{92DD21C5-E3AB-45A4-96CE-20D5AA43A9F0}" destId="{24C27DC7-F233-44D6-A1D2-6FC909850258}" srcOrd="0" destOrd="0" presId="urn:microsoft.com/office/officeart/2008/layout/HalfCircleOrganizationChart"/>
    <dgm:cxn modelId="{17C4B279-4538-46CB-A209-3541C13D4D0D}" srcId="{74A6C4E8-3892-42D2-8A09-0A4979A87D99}" destId="{3DBB813E-6B1D-40C2-86A8-15796121D62B}" srcOrd="0" destOrd="0" parTransId="{F6242548-36EA-4D9D-9A7A-1F410BD24CF4}" sibTransId="{42508FD1-0C19-4710-BA41-8FFB2D7F5C15}"/>
    <dgm:cxn modelId="{3CC3E959-B676-44B5-9684-EBA14112CE3B}" type="presOf" srcId="{DCB227D2-7656-4513-8AF5-8228A9B228E6}" destId="{DCBB4F24-779D-4EF5-B210-319A01370209}" srcOrd="0" destOrd="0" presId="urn:microsoft.com/office/officeart/2008/layout/HalfCircleOrganizationChart"/>
    <dgm:cxn modelId="{02DBA17D-A07D-49E6-AC8B-C63915A2F119}" type="presOf" srcId="{1D672F9C-FFAD-426E-90B3-6E4A20F69925}" destId="{6E7D6CAD-81D9-4D2C-B0BB-5E9F48ED297A}" srcOrd="1" destOrd="0" presId="urn:microsoft.com/office/officeart/2008/layout/HalfCircleOrganizationChart"/>
    <dgm:cxn modelId="{DCD10882-3DAF-476A-BC62-E2E954E50365}" srcId="{92DD21C5-E3AB-45A4-96CE-20D5AA43A9F0}" destId="{5261E4B4-9C23-4D17-B238-A4FF8ABA0808}" srcOrd="2" destOrd="0" parTransId="{EABD9BD3-3752-49EF-B31E-3D5B470188E3}" sibTransId="{15223A5D-1DC3-4812-9B45-3B0BB44F28CA}"/>
    <dgm:cxn modelId="{11B02E88-B180-4113-910F-5D01895B4ACB}" type="presOf" srcId="{5261E4B4-9C23-4D17-B238-A4FF8ABA0808}" destId="{0CBF28D8-B2FA-4EA6-8BE6-C34FCBE6AF48}" srcOrd="1" destOrd="0" presId="urn:microsoft.com/office/officeart/2008/layout/HalfCircleOrganizationChart"/>
    <dgm:cxn modelId="{2954E889-4FBA-4F1F-841C-86FC78EE4CE5}" type="presOf" srcId="{4AD5E13A-9C8F-4DC6-AD4F-A42512C87F84}" destId="{B08B0AFC-5629-4AC7-9EA1-3D94CE40734A}" srcOrd="0" destOrd="0" presId="urn:microsoft.com/office/officeart/2008/layout/HalfCircleOrganizationChart"/>
    <dgm:cxn modelId="{CF2C208B-1D1E-447B-934D-A65335AB1F56}" type="presOf" srcId="{6BD0B4EC-41E7-41D9-B525-BED3F19C6A16}" destId="{1ABCE1B9-E7CC-44BC-AC7F-68759E5BBC36}" srcOrd="1" destOrd="0" presId="urn:microsoft.com/office/officeart/2008/layout/HalfCircleOrganizationChart"/>
    <dgm:cxn modelId="{D5BE908C-F86B-49FC-8E38-8D37EEE5DB12}" type="presOf" srcId="{D4915174-B966-4356-A088-D5858CBB0320}" destId="{7EB80FDC-7966-47B3-A3C1-F70F068F1394}" srcOrd="0" destOrd="0" presId="urn:microsoft.com/office/officeart/2008/layout/HalfCircleOrganizationChart"/>
    <dgm:cxn modelId="{6FF8CD92-F5BE-4CD3-A796-A7E502CF0413}" type="presOf" srcId="{EE75E2AB-BB41-4D65-8758-4A8FB8535B45}" destId="{05E9A50E-F69A-4C41-B815-D5B38D88D1A0}" srcOrd="0" destOrd="0" presId="urn:microsoft.com/office/officeart/2008/layout/HalfCircleOrganizationChart"/>
    <dgm:cxn modelId="{5DA63A96-C492-411D-9DF3-A489BC69D0DB}" srcId="{C096B284-D2C7-43E0-A14C-7E326835F423}" destId="{4AD5E13A-9C8F-4DC6-AD4F-A42512C87F84}" srcOrd="0" destOrd="0" parTransId="{FEFD81DB-43C1-42C5-BA12-476450D478F6}" sibTransId="{0B46861D-0ABE-46E6-AAE1-73B53467DC40}"/>
    <dgm:cxn modelId="{A016D09D-7292-4863-9C1C-A8603878EF50}" srcId="{DCB227D2-7656-4513-8AF5-8228A9B228E6}" destId="{92DD21C5-E3AB-45A4-96CE-20D5AA43A9F0}" srcOrd="0" destOrd="0" parTransId="{FD95E4D7-6E3C-416D-8265-069705A4CBA3}" sibTransId="{42189B7F-3C07-457B-B809-886FBC273383}"/>
    <dgm:cxn modelId="{499D019F-9FEE-4A64-A03E-9338BFB58F1B}" srcId="{5261E4B4-9C23-4D17-B238-A4FF8ABA0808}" destId="{1BB354F5-5CBF-45C8-9B59-3497D627D66B}" srcOrd="1" destOrd="0" parTransId="{7AFF22A8-1EF1-43BB-BADA-CFC0996112A5}" sibTransId="{1FB5805B-8F68-4F50-AC1E-5A9198C37F27}"/>
    <dgm:cxn modelId="{16CD5AA0-075F-4CBF-8FCC-A7E3C7E3E767}" type="presOf" srcId="{4AD5E13A-9C8F-4DC6-AD4F-A42512C87F84}" destId="{CF547CFD-13D1-48B7-99E4-EB7FD1744E93}" srcOrd="1" destOrd="0" presId="urn:microsoft.com/office/officeart/2008/layout/HalfCircleOrganizationChart"/>
    <dgm:cxn modelId="{BAD7F2A2-E3CD-42D8-9C86-AA28DAC22AEE}" type="presOf" srcId="{6BD0B4EC-41E7-41D9-B525-BED3F19C6A16}" destId="{7C140218-C1C5-4FB2-B6EA-DF3F6413BD7D}" srcOrd="0" destOrd="0" presId="urn:microsoft.com/office/officeart/2008/layout/HalfCircleOrganizationChart"/>
    <dgm:cxn modelId="{F065A3A5-DAA0-4C3C-8C72-1AABD58C1257}" type="presOf" srcId="{63D2195B-CE3E-4A1E-A417-1A64E8ECA00E}" destId="{737689F9-F2E8-40C3-B215-00A006D671A7}" srcOrd="1" destOrd="0" presId="urn:microsoft.com/office/officeart/2008/layout/HalfCircleOrganizationChart"/>
    <dgm:cxn modelId="{3B0C45A9-51AC-4179-9F2A-C04722C35BA0}" type="presOf" srcId="{1F08DA46-BFC0-499C-B71C-8E3F2B33820B}" destId="{F9368548-AC65-4A0E-9724-87BCD0FA92B7}" srcOrd="0" destOrd="0" presId="urn:microsoft.com/office/officeart/2008/layout/HalfCircleOrganizationChart"/>
    <dgm:cxn modelId="{7341E4AA-87A9-4879-BC14-77A9251F4F62}" type="presOf" srcId="{8CF47DFF-4664-4035-9863-14793077F7FD}" destId="{61348713-764D-4960-BAF4-2F49BB2A09DA}" srcOrd="0" destOrd="0" presId="urn:microsoft.com/office/officeart/2008/layout/HalfCircleOrganizationChart"/>
    <dgm:cxn modelId="{6A95F7AE-7A7C-4D9C-A5A6-1BBC7789D13F}" type="presOf" srcId="{3DBB813E-6B1D-40C2-86A8-15796121D62B}" destId="{5C052853-6446-4BA9-BF21-0C3166064710}" srcOrd="1" destOrd="0" presId="urn:microsoft.com/office/officeart/2008/layout/HalfCircleOrganizationChart"/>
    <dgm:cxn modelId="{041468B3-C813-4292-9D3D-71B1622D8718}" type="presOf" srcId="{B7355EA6-295E-4BBA-8127-FEA286D27628}" destId="{78FDF5DA-41A4-475B-9FD2-E096A6F7D1F7}" srcOrd="1" destOrd="0" presId="urn:microsoft.com/office/officeart/2008/layout/HalfCircleOrganizationChart"/>
    <dgm:cxn modelId="{EBC0DDBD-F575-42F2-A262-5504E8AFA8D1}" type="presOf" srcId="{C0DCC141-DE28-4051-A05B-4987B439819C}" destId="{8E60C1B8-2DD3-4D52-874A-EE0148344426}" srcOrd="0" destOrd="0" presId="urn:microsoft.com/office/officeart/2008/layout/HalfCircleOrganizationChart"/>
    <dgm:cxn modelId="{2EABFFC1-4549-4F5C-8BEC-51F0E9BEF886}" type="presOf" srcId="{74A6C4E8-3892-42D2-8A09-0A4979A87D99}" destId="{6D9ADFE1-8EA4-4CF2-A9A9-DD7B410379A1}" srcOrd="0" destOrd="0" presId="urn:microsoft.com/office/officeart/2008/layout/HalfCircleOrganizationChart"/>
    <dgm:cxn modelId="{D96F24C5-3E4D-45FF-93B3-E41C57806C05}" type="presOf" srcId="{C096B284-D2C7-43E0-A14C-7E326835F423}" destId="{ED1F391B-958D-4C55-A044-B6E4FB01CB91}" srcOrd="0" destOrd="0" presId="urn:microsoft.com/office/officeart/2008/layout/HalfCircleOrganizationChart"/>
    <dgm:cxn modelId="{2BD2E1CD-49D3-432C-8107-6F1C37892164}" type="presOf" srcId="{7991688E-8D1C-4F01-998F-FF69205B0D43}" destId="{1A386EE0-8203-4242-9E3E-DBFF1BADA5C7}" srcOrd="0" destOrd="0" presId="urn:microsoft.com/office/officeart/2008/layout/HalfCircleOrganizationChart"/>
    <dgm:cxn modelId="{232075D0-24ED-43FA-86A8-D5C42DC78A4A}" type="presOf" srcId="{C096B284-D2C7-43E0-A14C-7E326835F423}" destId="{30A3C98C-02E7-4588-8BA0-585159D83439}" srcOrd="1" destOrd="0" presId="urn:microsoft.com/office/officeart/2008/layout/HalfCircleOrganizationChart"/>
    <dgm:cxn modelId="{231811D4-6C8F-4011-83D3-5C43824E8E60}" type="presOf" srcId="{63D2195B-CE3E-4A1E-A417-1A64E8ECA00E}" destId="{6789CE22-61CB-449A-A6CD-F895EED08B75}" srcOrd="0" destOrd="0" presId="urn:microsoft.com/office/officeart/2008/layout/HalfCircleOrganizationChart"/>
    <dgm:cxn modelId="{662931D7-478E-498A-B4C0-9F7F0E13C845}" srcId="{92DD21C5-E3AB-45A4-96CE-20D5AA43A9F0}" destId="{B7355EA6-295E-4BBA-8127-FEA286D27628}" srcOrd="0" destOrd="0" parTransId="{1F08DA46-BFC0-499C-B71C-8E3F2B33820B}" sibTransId="{2F9D9F12-7B6A-4642-9828-0D3D628E8C7C}"/>
    <dgm:cxn modelId="{019AB6DC-BD98-483D-B8E1-51CBCA7890D0}" type="presOf" srcId="{EABD9BD3-3752-49EF-B31E-3D5B470188E3}" destId="{B81D0363-FC3C-4FB1-8D3A-01A8B6CD6010}" srcOrd="0" destOrd="0" presId="urn:microsoft.com/office/officeart/2008/layout/HalfCircleOrganizationChart"/>
    <dgm:cxn modelId="{493F22E0-ECD7-4C44-A076-CE3EE2F87787}" type="presOf" srcId="{1BB354F5-5CBF-45C8-9B59-3497D627D66B}" destId="{BDFAB9CE-AD15-4212-910F-1866DA71941A}" srcOrd="0" destOrd="0" presId="urn:microsoft.com/office/officeart/2008/layout/HalfCircleOrganizationChart"/>
    <dgm:cxn modelId="{F8215BE2-58AC-48C8-BB80-1D0D673D73B8}" srcId="{52AFCD3F-C53F-4AA7-ACBD-13AA6B69D3D3}" destId="{1D672F9C-FFAD-426E-90B3-6E4A20F69925}" srcOrd="0" destOrd="0" parTransId="{7991688E-8D1C-4F01-998F-FF69205B0D43}" sibTransId="{58B41E6F-60F0-4403-AB1E-666346B3559E}"/>
    <dgm:cxn modelId="{ED05A3E7-5301-4CCB-947C-512938EA32F3}" type="presOf" srcId="{1BB354F5-5CBF-45C8-9B59-3497D627D66B}" destId="{FDCD115E-24CF-4EA7-8833-379ACD99B837}" srcOrd="1" destOrd="0" presId="urn:microsoft.com/office/officeart/2008/layout/HalfCircleOrganizationChart"/>
    <dgm:cxn modelId="{3B7876E9-D0F2-4981-BCA7-133D481ED08D}" type="presOf" srcId="{FEFD81DB-43C1-42C5-BA12-476450D478F6}" destId="{6F185377-CA99-49A3-AA01-CB6A43C650A4}" srcOrd="0" destOrd="0" presId="urn:microsoft.com/office/officeart/2008/layout/HalfCircleOrganizationChart"/>
    <dgm:cxn modelId="{B27D34F0-BB91-4B87-B499-BB630BF5B8C2}" srcId="{92DD21C5-E3AB-45A4-96CE-20D5AA43A9F0}" destId="{C096B284-D2C7-43E0-A14C-7E326835F423}" srcOrd="1" destOrd="0" parTransId="{8CF47DFF-4664-4035-9863-14793077F7FD}" sibTransId="{894F0D2C-F42D-4670-B0A4-6E631777B144}"/>
    <dgm:cxn modelId="{087569F0-4CA2-4CBF-9480-1E22229C1BBE}" type="presOf" srcId="{7AFF22A8-1EF1-43BB-BADA-CFC0996112A5}" destId="{68A4C870-1AB9-4B13-B8AE-0770EEE93412}" srcOrd="0" destOrd="0" presId="urn:microsoft.com/office/officeart/2008/layout/HalfCircleOrganizationChart"/>
    <dgm:cxn modelId="{EF2BAFF0-16D3-472D-9CDF-B883DD48AE7E}" type="presOf" srcId="{1D672F9C-FFAD-426E-90B3-6E4A20F69925}" destId="{E0D365C8-F573-4659-B65A-62E3CB1BED96}" srcOrd="0" destOrd="0" presId="urn:microsoft.com/office/officeart/2008/layout/HalfCircleOrganizationChart"/>
    <dgm:cxn modelId="{2CA110E3-65A9-441F-BD71-DCA94D087F0B}" type="presParOf" srcId="{DCBB4F24-779D-4EF5-B210-319A01370209}" destId="{1ABB0A08-CE1D-4B1A-801F-80A4683AA146}" srcOrd="0" destOrd="0" presId="urn:microsoft.com/office/officeart/2008/layout/HalfCircleOrganizationChart"/>
    <dgm:cxn modelId="{90DFA45D-EAE5-458A-9098-764CD50EB47C}" type="presParOf" srcId="{1ABB0A08-CE1D-4B1A-801F-80A4683AA146}" destId="{6BA368EE-9257-40EA-9352-4A8598234F1B}" srcOrd="0" destOrd="0" presId="urn:microsoft.com/office/officeart/2008/layout/HalfCircleOrganizationChart"/>
    <dgm:cxn modelId="{736CAAF8-8CED-4B74-9669-C7CCE936BD1F}" type="presParOf" srcId="{6BA368EE-9257-40EA-9352-4A8598234F1B}" destId="{24C27DC7-F233-44D6-A1D2-6FC909850258}" srcOrd="0" destOrd="0" presId="urn:microsoft.com/office/officeart/2008/layout/HalfCircleOrganizationChart"/>
    <dgm:cxn modelId="{B138D75B-3B42-4BA3-8879-EF7857C9E521}" type="presParOf" srcId="{6BA368EE-9257-40EA-9352-4A8598234F1B}" destId="{80F582AB-C597-4EB1-89A8-0C1FBA4696DC}" srcOrd="1" destOrd="0" presId="urn:microsoft.com/office/officeart/2008/layout/HalfCircleOrganizationChart"/>
    <dgm:cxn modelId="{52D2F4E9-A26D-497F-9B48-5C2343C91351}" type="presParOf" srcId="{6BA368EE-9257-40EA-9352-4A8598234F1B}" destId="{A173BD14-3FE6-4465-A4A9-47169D9B837B}" srcOrd="2" destOrd="0" presId="urn:microsoft.com/office/officeart/2008/layout/HalfCircleOrganizationChart"/>
    <dgm:cxn modelId="{AC6653D2-784C-4A05-8EFA-CBDDA31D7AD8}" type="presParOf" srcId="{6BA368EE-9257-40EA-9352-4A8598234F1B}" destId="{C70147B2-EAB1-4997-9BA3-7DB070A4E0C3}" srcOrd="3" destOrd="0" presId="urn:microsoft.com/office/officeart/2008/layout/HalfCircleOrganizationChart"/>
    <dgm:cxn modelId="{8FD19836-DFDB-4B1D-A8E5-2B0C59CFB9BA}" type="presParOf" srcId="{1ABB0A08-CE1D-4B1A-801F-80A4683AA146}" destId="{FEB43061-5718-45E5-8851-E010D1107224}" srcOrd="1" destOrd="0" presId="urn:microsoft.com/office/officeart/2008/layout/HalfCircleOrganizationChart"/>
    <dgm:cxn modelId="{D7758816-32B4-44A0-93CA-C8D9E39F98F1}" type="presParOf" srcId="{FEB43061-5718-45E5-8851-E010D1107224}" destId="{F9368548-AC65-4A0E-9724-87BCD0FA92B7}" srcOrd="0" destOrd="0" presId="urn:microsoft.com/office/officeart/2008/layout/HalfCircleOrganizationChart"/>
    <dgm:cxn modelId="{5D6145EF-E013-4285-8A36-840436B589A2}" type="presParOf" srcId="{FEB43061-5718-45E5-8851-E010D1107224}" destId="{E6F9AE7C-6DFD-4097-BB01-55038D9A9B90}" srcOrd="1" destOrd="0" presId="urn:microsoft.com/office/officeart/2008/layout/HalfCircleOrganizationChart"/>
    <dgm:cxn modelId="{4BF83189-4BD2-4889-BA93-366F43601F66}" type="presParOf" srcId="{E6F9AE7C-6DFD-4097-BB01-55038D9A9B90}" destId="{B3CDBE77-160D-44B1-990E-530701CFD7D3}" srcOrd="0" destOrd="0" presId="urn:microsoft.com/office/officeart/2008/layout/HalfCircleOrganizationChart"/>
    <dgm:cxn modelId="{41A8ABEB-5C2D-4DA5-979D-A775819425C0}" type="presParOf" srcId="{B3CDBE77-160D-44B1-990E-530701CFD7D3}" destId="{DBBA336D-7912-4558-8E44-7DCBF6C1CF29}" srcOrd="0" destOrd="0" presId="urn:microsoft.com/office/officeart/2008/layout/HalfCircleOrganizationChart"/>
    <dgm:cxn modelId="{672FCCF4-9C5E-4CB9-AE55-0E7DC8D1A715}" type="presParOf" srcId="{B3CDBE77-160D-44B1-990E-530701CFD7D3}" destId="{E19E364A-9438-44E4-AC47-B622AA6A29D0}" srcOrd="1" destOrd="0" presId="urn:microsoft.com/office/officeart/2008/layout/HalfCircleOrganizationChart"/>
    <dgm:cxn modelId="{0A8C07CF-7826-4E43-A4E6-C1F416929F93}" type="presParOf" srcId="{B3CDBE77-160D-44B1-990E-530701CFD7D3}" destId="{964CF7A3-5374-4BD7-B000-A7E3E35662E3}" srcOrd="2" destOrd="0" presId="urn:microsoft.com/office/officeart/2008/layout/HalfCircleOrganizationChart"/>
    <dgm:cxn modelId="{6FC76CF3-783C-4FCC-96A2-D0AEAB105B78}" type="presParOf" srcId="{B3CDBE77-160D-44B1-990E-530701CFD7D3}" destId="{78FDF5DA-41A4-475B-9FD2-E096A6F7D1F7}" srcOrd="3" destOrd="0" presId="urn:microsoft.com/office/officeart/2008/layout/HalfCircleOrganizationChart"/>
    <dgm:cxn modelId="{0EA06681-F57C-451D-99E5-7DBE08D7879E}" type="presParOf" srcId="{E6F9AE7C-6DFD-4097-BB01-55038D9A9B90}" destId="{0166F63A-68DD-4BF4-87AD-54EC0782EA06}" srcOrd="1" destOrd="0" presId="urn:microsoft.com/office/officeart/2008/layout/HalfCircleOrganizationChart"/>
    <dgm:cxn modelId="{C27C9D96-997B-46E8-A2ED-0D9B9436B3BD}" type="presParOf" srcId="{0166F63A-68DD-4BF4-87AD-54EC0782EA06}" destId="{7177402E-06A5-4F48-A1FE-B9814C785075}" srcOrd="0" destOrd="0" presId="urn:microsoft.com/office/officeart/2008/layout/HalfCircleOrganizationChart"/>
    <dgm:cxn modelId="{A3A1A638-BC07-4A76-A780-26C4CA617FAE}" type="presParOf" srcId="{0166F63A-68DD-4BF4-87AD-54EC0782EA06}" destId="{1471B821-7FA3-4C65-BEA5-4D0098CE7A2B}" srcOrd="1" destOrd="0" presId="urn:microsoft.com/office/officeart/2008/layout/HalfCircleOrganizationChart"/>
    <dgm:cxn modelId="{AC0104CF-C80A-4243-BA4D-61E31F36DC41}" type="presParOf" srcId="{1471B821-7FA3-4C65-BEA5-4D0098CE7A2B}" destId="{A9C6D92A-295D-4BCC-9B5E-652439C62A16}" srcOrd="0" destOrd="0" presId="urn:microsoft.com/office/officeart/2008/layout/HalfCircleOrganizationChart"/>
    <dgm:cxn modelId="{1ECFF689-E46A-4FD1-A2FF-8CA629A9A180}" type="presParOf" srcId="{A9C6D92A-295D-4BCC-9B5E-652439C62A16}" destId="{6D9ADFE1-8EA4-4CF2-A9A9-DD7B410379A1}" srcOrd="0" destOrd="0" presId="urn:microsoft.com/office/officeart/2008/layout/HalfCircleOrganizationChart"/>
    <dgm:cxn modelId="{346D8325-B2DF-4C4F-AA36-45446B6A53BC}" type="presParOf" srcId="{A9C6D92A-295D-4BCC-9B5E-652439C62A16}" destId="{4329E287-E7D3-42AA-AF7B-3C8856182005}" srcOrd="1" destOrd="0" presId="urn:microsoft.com/office/officeart/2008/layout/HalfCircleOrganizationChart"/>
    <dgm:cxn modelId="{6F013F4B-CD3E-40A9-8206-8C9770090895}" type="presParOf" srcId="{A9C6D92A-295D-4BCC-9B5E-652439C62A16}" destId="{311FDD48-29E8-42CF-B0CE-F32D33DE0941}" srcOrd="2" destOrd="0" presId="urn:microsoft.com/office/officeart/2008/layout/HalfCircleOrganizationChart"/>
    <dgm:cxn modelId="{0CEC317D-0DBD-4DC6-BC08-5F8AD64E7994}" type="presParOf" srcId="{A9C6D92A-295D-4BCC-9B5E-652439C62A16}" destId="{DBB6F755-58F8-429F-9028-C32D6290D3C3}" srcOrd="3" destOrd="0" presId="urn:microsoft.com/office/officeart/2008/layout/HalfCircleOrganizationChart"/>
    <dgm:cxn modelId="{902ED59B-C617-45C2-9BDC-B3EC26F0E9EF}" type="presParOf" srcId="{1471B821-7FA3-4C65-BEA5-4D0098CE7A2B}" destId="{B353EB92-0837-4159-AE99-13F40B9E9258}" srcOrd="1" destOrd="0" presId="urn:microsoft.com/office/officeart/2008/layout/HalfCircleOrganizationChart"/>
    <dgm:cxn modelId="{33F1060E-446C-498D-B4E7-61442E9225C7}" type="presParOf" srcId="{B353EB92-0837-4159-AE99-13F40B9E9258}" destId="{05D8EF6E-CB8F-45DF-A3CF-C407808CE962}" srcOrd="0" destOrd="0" presId="urn:microsoft.com/office/officeart/2008/layout/HalfCircleOrganizationChart"/>
    <dgm:cxn modelId="{8C350F8C-D57C-4B45-B7F9-C521DE6522A0}" type="presParOf" srcId="{B353EB92-0837-4159-AE99-13F40B9E9258}" destId="{5128F0E5-550A-4BA3-9038-06DD01AB2C41}" srcOrd="1" destOrd="0" presId="urn:microsoft.com/office/officeart/2008/layout/HalfCircleOrganizationChart"/>
    <dgm:cxn modelId="{D5F718FA-E309-4754-84ED-835B5C1F2647}" type="presParOf" srcId="{5128F0E5-550A-4BA3-9038-06DD01AB2C41}" destId="{FB9CD230-45DE-4DEB-9FBC-A7449362BAAA}" srcOrd="0" destOrd="0" presId="urn:microsoft.com/office/officeart/2008/layout/HalfCircleOrganizationChart"/>
    <dgm:cxn modelId="{8A42D925-BAD9-43F2-B8B3-831DC5F694CD}" type="presParOf" srcId="{FB9CD230-45DE-4DEB-9FBC-A7449362BAAA}" destId="{FDB27F67-E207-449B-8385-714590D28CE6}" srcOrd="0" destOrd="0" presId="urn:microsoft.com/office/officeart/2008/layout/HalfCircleOrganizationChart"/>
    <dgm:cxn modelId="{C7CA607A-99FE-4A46-B2DE-03A76FA71A17}" type="presParOf" srcId="{FB9CD230-45DE-4DEB-9FBC-A7449362BAAA}" destId="{FA162CC2-3ACB-4439-BD1B-85C7438B5647}" srcOrd="1" destOrd="0" presId="urn:microsoft.com/office/officeart/2008/layout/HalfCircleOrganizationChart"/>
    <dgm:cxn modelId="{884A4AFB-D7C7-4471-9874-F73EA9F2AFFA}" type="presParOf" srcId="{FB9CD230-45DE-4DEB-9FBC-A7449362BAAA}" destId="{6FFE5CF2-1E05-46D0-978D-6E714BF2842C}" srcOrd="2" destOrd="0" presId="urn:microsoft.com/office/officeart/2008/layout/HalfCircleOrganizationChart"/>
    <dgm:cxn modelId="{A077C570-93B9-457A-A0C9-9A31B8BACD17}" type="presParOf" srcId="{FB9CD230-45DE-4DEB-9FBC-A7449362BAAA}" destId="{5C052853-6446-4BA9-BF21-0C3166064710}" srcOrd="3" destOrd="0" presId="urn:microsoft.com/office/officeart/2008/layout/HalfCircleOrganizationChart"/>
    <dgm:cxn modelId="{E1D699A3-00C9-45AF-9B6B-8B9F9CAE289C}" type="presParOf" srcId="{5128F0E5-550A-4BA3-9038-06DD01AB2C41}" destId="{FA2114E8-94F7-4CAB-9741-C3B6108387FD}" srcOrd="1" destOrd="0" presId="urn:microsoft.com/office/officeart/2008/layout/HalfCircleOrganizationChart"/>
    <dgm:cxn modelId="{DE599425-6F76-4449-A6FB-66DB10ADFF30}" type="presParOf" srcId="{FA2114E8-94F7-4CAB-9741-C3B6108387FD}" destId="{67920F17-478B-4D42-B880-87B70B4ECC34}" srcOrd="0" destOrd="0" presId="urn:microsoft.com/office/officeart/2008/layout/HalfCircleOrganizationChart"/>
    <dgm:cxn modelId="{E62C9E02-8BB6-488F-9F60-812BD9389E31}" type="presParOf" srcId="{FA2114E8-94F7-4CAB-9741-C3B6108387FD}" destId="{549A161D-D94A-479F-8E58-F4C5EB158A37}" srcOrd="1" destOrd="0" presId="urn:microsoft.com/office/officeart/2008/layout/HalfCircleOrganizationChart"/>
    <dgm:cxn modelId="{8CEBE662-305B-42F2-9E97-A91D68CBC87E}" type="presParOf" srcId="{549A161D-D94A-479F-8E58-F4C5EB158A37}" destId="{5FD0E074-8961-465E-86E8-BC87635703AC}" srcOrd="0" destOrd="0" presId="urn:microsoft.com/office/officeart/2008/layout/HalfCircleOrganizationChart"/>
    <dgm:cxn modelId="{C11BA2BA-7DF5-4DDF-A2D6-B4CE7A596FB2}" type="presParOf" srcId="{5FD0E074-8961-465E-86E8-BC87635703AC}" destId="{2A239976-5835-4342-A0CD-368C371AEE2D}" srcOrd="0" destOrd="0" presId="urn:microsoft.com/office/officeart/2008/layout/HalfCircleOrganizationChart"/>
    <dgm:cxn modelId="{02068D7C-D82E-4E4A-ACCD-041F7588B42C}" type="presParOf" srcId="{5FD0E074-8961-465E-86E8-BC87635703AC}" destId="{5BAE63B0-9FC9-4E95-AAD5-19990C644001}" srcOrd="1" destOrd="0" presId="urn:microsoft.com/office/officeart/2008/layout/HalfCircleOrganizationChart"/>
    <dgm:cxn modelId="{407C4BEC-BAB1-4AE7-83B3-E04D8323C7F3}" type="presParOf" srcId="{5FD0E074-8961-465E-86E8-BC87635703AC}" destId="{06E44DF1-2857-4F01-A495-4A3181C24B7A}" srcOrd="2" destOrd="0" presId="urn:microsoft.com/office/officeart/2008/layout/HalfCircleOrganizationChart"/>
    <dgm:cxn modelId="{D26FE54A-4EA8-436A-BBDD-BE6949755E31}" type="presParOf" srcId="{5FD0E074-8961-465E-86E8-BC87635703AC}" destId="{B29A8906-81F6-4A28-A350-B52A2C979FAD}" srcOrd="3" destOrd="0" presId="urn:microsoft.com/office/officeart/2008/layout/HalfCircleOrganizationChart"/>
    <dgm:cxn modelId="{1BFBE400-A1D7-4138-B8AF-1F31CEEF579A}" type="presParOf" srcId="{549A161D-D94A-479F-8E58-F4C5EB158A37}" destId="{99E797E0-A1F2-4631-890E-1393B8F14584}" srcOrd="1" destOrd="0" presId="urn:microsoft.com/office/officeart/2008/layout/HalfCircleOrganizationChart"/>
    <dgm:cxn modelId="{FAF2854F-C994-4EEC-BBA5-C7D98F44A892}" type="presParOf" srcId="{99E797E0-A1F2-4631-890E-1393B8F14584}" destId="{1A386EE0-8203-4242-9E3E-DBFF1BADA5C7}" srcOrd="0" destOrd="0" presId="urn:microsoft.com/office/officeart/2008/layout/HalfCircleOrganizationChart"/>
    <dgm:cxn modelId="{47504118-9F74-4F47-96C4-BE96856CE783}" type="presParOf" srcId="{99E797E0-A1F2-4631-890E-1393B8F14584}" destId="{C16FC48D-B637-4EF9-83AC-62E283146219}" srcOrd="1" destOrd="0" presId="urn:microsoft.com/office/officeart/2008/layout/HalfCircleOrganizationChart"/>
    <dgm:cxn modelId="{76A744AE-5F40-4650-A487-7970CED48438}" type="presParOf" srcId="{C16FC48D-B637-4EF9-83AC-62E283146219}" destId="{F63F1EFC-A02D-42CE-B689-0E9CDB4DB941}" srcOrd="0" destOrd="0" presId="urn:microsoft.com/office/officeart/2008/layout/HalfCircleOrganizationChart"/>
    <dgm:cxn modelId="{BDCD8C88-99FA-4101-B8F8-2232B3A8C5DD}" type="presParOf" srcId="{F63F1EFC-A02D-42CE-B689-0E9CDB4DB941}" destId="{E0D365C8-F573-4659-B65A-62E3CB1BED96}" srcOrd="0" destOrd="0" presId="urn:microsoft.com/office/officeart/2008/layout/HalfCircleOrganizationChart"/>
    <dgm:cxn modelId="{5F0644E0-2A75-499A-8E0D-6DEDC3329BFF}" type="presParOf" srcId="{F63F1EFC-A02D-42CE-B689-0E9CDB4DB941}" destId="{82468EBD-B77A-4AB7-93B0-07B36627687C}" srcOrd="1" destOrd="0" presId="urn:microsoft.com/office/officeart/2008/layout/HalfCircleOrganizationChart"/>
    <dgm:cxn modelId="{529A49D0-C57E-4DC6-B5A8-15493FB3EF07}" type="presParOf" srcId="{F63F1EFC-A02D-42CE-B689-0E9CDB4DB941}" destId="{30A93C25-1319-432A-A242-2C11EB2E8F78}" srcOrd="2" destOrd="0" presId="urn:microsoft.com/office/officeart/2008/layout/HalfCircleOrganizationChart"/>
    <dgm:cxn modelId="{F422A606-642B-4D98-8439-01F6E5E892F7}" type="presParOf" srcId="{F63F1EFC-A02D-42CE-B689-0E9CDB4DB941}" destId="{6E7D6CAD-81D9-4D2C-B0BB-5E9F48ED297A}" srcOrd="3" destOrd="0" presId="urn:microsoft.com/office/officeart/2008/layout/HalfCircleOrganizationChart"/>
    <dgm:cxn modelId="{8084DBBE-3DDD-4C04-AD94-C69E1C36675C}" type="presParOf" srcId="{C16FC48D-B637-4EF9-83AC-62E283146219}" destId="{7FCFF5DA-DC2C-4DB8-8711-0CF489BCACD3}" srcOrd="1" destOrd="0" presId="urn:microsoft.com/office/officeart/2008/layout/HalfCircleOrganizationChart"/>
    <dgm:cxn modelId="{B30FA879-9939-4E49-BC80-A666765CE821}" type="presParOf" srcId="{C16FC48D-B637-4EF9-83AC-62E283146219}" destId="{307ABD4F-1531-40F8-865C-0352709D89DB}" srcOrd="2" destOrd="0" presId="urn:microsoft.com/office/officeart/2008/layout/HalfCircleOrganizationChart"/>
    <dgm:cxn modelId="{7C7E375B-561A-4F11-BB29-FB8649DAB316}" type="presParOf" srcId="{549A161D-D94A-479F-8E58-F4C5EB158A37}" destId="{462896F3-F7D0-460C-890C-FC68483198CD}" srcOrd="2" destOrd="0" presId="urn:microsoft.com/office/officeart/2008/layout/HalfCircleOrganizationChart"/>
    <dgm:cxn modelId="{DB79B6A4-6CA0-4DDD-9800-B4B3322B76AD}" type="presParOf" srcId="{5128F0E5-550A-4BA3-9038-06DD01AB2C41}" destId="{0ACCEE9F-3FC5-45C4-8EDC-EAE8FD3D61FE}" srcOrd="2" destOrd="0" presId="urn:microsoft.com/office/officeart/2008/layout/HalfCircleOrganizationChart"/>
    <dgm:cxn modelId="{D8B4DDD8-30AE-40F3-A426-511455425A0A}" type="presParOf" srcId="{1471B821-7FA3-4C65-BEA5-4D0098CE7A2B}" destId="{C4E77D62-ADEA-41AA-8F5F-09B6282978D2}" srcOrd="2" destOrd="0" presId="urn:microsoft.com/office/officeart/2008/layout/HalfCircleOrganizationChart"/>
    <dgm:cxn modelId="{23E8A259-F53E-4210-B00C-349A103B263E}" type="presParOf" srcId="{E6F9AE7C-6DFD-4097-BB01-55038D9A9B90}" destId="{65CBF349-0D1D-4E84-BA12-B5DB15C88F92}" srcOrd="2" destOrd="0" presId="urn:microsoft.com/office/officeart/2008/layout/HalfCircleOrganizationChart"/>
    <dgm:cxn modelId="{11B1688B-8AFF-4F4F-8072-0AF0530A6D7E}" type="presParOf" srcId="{FEB43061-5718-45E5-8851-E010D1107224}" destId="{61348713-764D-4960-BAF4-2F49BB2A09DA}" srcOrd="2" destOrd="0" presId="urn:microsoft.com/office/officeart/2008/layout/HalfCircleOrganizationChart"/>
    <dgm:cxn modelId="{5F976EDB-C76F-4151-A02C-80161E0BE89E}" type="presParOf" srcId="{FEB43061-5718-45E5-8851-E010D1107224}" destId="{36598E35-FBC2-44A0-B592-FF450E70C252}" srcOrd="3" destOrd="0" presId="urn:microsoft.com/office/officeart/2008/layout/HalfCircleOrganizationChart"/>
    <dgm:cxn modelId="{328A7E33-E7D9-4814-B4A7-99DBC1F6C70F}" type="presParOf" srcId="{36598E35-FBC2-44A0-B592-FF450E70C252}" destId="{76BF54F7-62F7-43F8-9C7E-4A954335421C}" srcOrd="0" destOrd="0" presId="urn:microsoft.com/office/officeart/2008/layout/HalfCircleOrganizationChart"/>
    <dgm:cxn modelId="{FD9C9782-6D39-4FE8-8F65-0912216CC296}" type="presParOf" srcId="{76BF54F7-62F7-43F8-9C7E-4A954335421C}" destId="{ED1F391B-958D-4C55-A044-B6E4FB01CB91}" srcOrd="0" destOrd="0" presId="urn:microsoft.com/office/officeart/2008/layout/HalfCircleOrganizationChart"/>
    <dgm:cxn modelId="{5EAF7F31-D4CA-4CB3-A064-8910E9F1F829}" type="presParOf" srcId="{76BF54F7-62F7-43F8-9C7E-4A954335421C}" destId="{9A3D3280-087C-4398-A86F-F2C813E1853E}" srcOrd="1" destOrd="0" presId="urn:microsoft.com/office/officeart/2008/layout/HalfCircleOrganizationChart"/>
    <dgm:cxn modelId="{3E5C11C7-18C4-40FA-916B-5CEA83D91972}" type="presParOf" srcId="{76BF54F7-62F7-43F8-9C7E-4A954335421C}" destId="{4940BC6D-297A-42CD-B320-99C0B6617F74}" srcOrd="2" destOrd="0" presId="urn:microsoft.com/office/officeart/2008/layout/HalfCircleOrganizationChart"/>
    <dgm:cxn modelId="{2A3AF029-9178-4461-A4B4-F22B7C45800E}" type="presParOf" srcId="{76BF54F7-62F7-43F8-9C7E-4A954335421C}" destId="{30A3C98C-02E7-4588-8BA0-585159D83439}" srcOrd="3" destOrd="0" presId="urn:microsoft.com/office/officeart/2008/layout/HalfCircleOrganizationChart"/>
    <dgm:cxn modelId="{B15A6F58-5C01-4FD7-9D73-825DE9D82FAE}" type="presParOf" srcId="{36598E35-FBC2-44A0-B592-FF450E70C252}" destId="{D593E077-CA59-43A6-8DB4-BE3C3EF6E889}" srcOrd="1" destOrd="0" presId="urn:microsoft.com/office/officeart/2008/layout/HalfCircleOrganizationChart"/>
    <dgm:cxn modelId="{867CCF0A-FF58-4A6F-B61E-07001761A432}" type="presParOf" srcId="{D593E077-CA59-43A6-8DB4-BE3C3EF6E889}" destId="{6F185377-CA99-49A3-AA01-CB6A43C650A4}" srcOrd="0" destOrd="0" presId="urn:microsoft.com/office/officeart/2008/layout/HalfCircleOrganizationChart"/>
    <dgm:cxn modelId="{226D8ED5-E028-4404-AFA7-C7ED2B959592}" type="presParOf" srcId="{D593E077-CA59-43A6-8DB4-BE3C3EF6E889}" destId="{0CF0BDC0-0D34-40DD-AA85-E49F88744371}" srcOrd="1" destOrd="0" presId="urn:microsoft.com/office/officeart/2008/layout/HalfCircleOrganizationChart"/>
    <dgm:cxn modelId="{0BA390BE-F6AD-4E41-A458-E389E28345DF}" type="presParOf" srcId="{0CF0BDC0-0D34-40DD-AA85-E49F88744371}" destId="{D638F049-25B4-440E-A959-40A112B3AFF8}" srcOrd="0" destOrd="0" presId="urn:microsoft.com/office/officeart/2008/layout/HalfCircleOrganizationChart"/>
    <dgm:cxn modelId="{81B278E4-00AC-4AF4-B1D3-1FD19C05E79C}" type="presParOf" srcId="{D638F049-25B4-440E-A959-40A112B3AFF8}" destId="{B08B0AFC-5629-4AC7-9EA1-3D94CE40734A}" srcOrd="0" destOrd="0" presId="urn:microsoft.com/office/officeart/2008/layout/HalfCircleOrganizationChart"/>
    <dgm:cxn modelId="{E842688C-C7FC-4628-8BB3-B9EDD7D65B6A}" type="presParOf" srcId="{D638F049-25B4-440E-A959-40A112B3AFF8}" destId="{17921C43-DFAC-4316-8826-1657BC0FA456}" srcOrd="1" destOrd="0" presId="urn:microsoft.com/office/officeart/2008/layout/HalfCircleOrganizationChart"/>
    <dgm:cxn modelId="{D533BEBA-343D-45A2-8903-9B44D0D7C879}" type="presParOf" srcId="{D638F049-25B4-440E-A959-40A112B3AFF8}" destId="{01938222-C59E-4C12-AA65-2FA48BFE9B3C}" srcOrd="2" destOrd="0" presId="urn:microsoft.com/office/officeart/2008/layout/HalfCircleOrganizationChart"/>
    <dgm:cxn modelId="{E1F3C511-1B18-4FCE-8545-9B29350FD68B}" type="presParOf" srcId="{D638F049-25B4-440E-A959-40A112B3AFF8}" destId="{CF547CFD-13D1-48B7-99E4-EB7FD1744E93}" srcOrd="3" destOrd="0" presId="urn:microsoft.com/office/officeart/2008/layout/HalfCircleOrganizationChart"/>
    <dgm:cxn modelId="{29D3AC1C-DADD-47A6-BF40-F981FE51D8F3}" type="presParOf" srcId="{0CF0BDC0-0D34-40DD-AA85-E49F88744371}" destId="{76F215F2-3868-42D7-8EEC-27A74ED9C944}" srcOrd="1" destOrd="0" presId="urn:microsoft.com/office/officeart/2008/layout/HalfCircleOrganizationChart"/>
    <dgm:cxn modelId="{89B2509B-11BE-4D0B-93F8-4F2A2FE7E17F}" type="presParOf" srcId="{0CF0BDC0-0D34-40DD-AA85-E49F88744371}" destId="{28445A48-84FB-4732-8A53-A0B6DA0BAFE7}" srcOrd="2" destOrd="0" presId="urn:microsoft.com/office/officeart/2008/layout/HalfCircleOrganizationChart"/>
    <dgm:cxn modelId="{60ABC9F3-6F02-4EDB-AC20-1B385436E28D}" type="presParOf" srcId="{D593E077-CA59-43A6-8DB4-BE3C3EF6E889}" destId="{CE35C42C-F27C-4638-8E24-8ED572988618}" srcOrd="2" destOrd="0" presId="urn:microsoft.com/office/officeart/2008/layout/HalfCircleOrganizationChart"/>
    <dgm:cxn modelId="{E7A310B9-D4AF-486F-AFB1-F7CDB2E6DE67}" type="presParOf" srcId="{D593E077-CA59-43A6-8DB4-BE3C3EF6E889}" destId="{B56AC321-B6F5-44DE-A013-3174BCAE7D47}" srcOrd="3" destOrd="0" presId="urn:microsoft.com/office/officeart/2008/layout/HalfCircleOrganizationChart"/>
    <dgm:cxn modelId="{257642A8-32BA-4255-8915-7D1659D6831B}" type="presParOf" srcId="{B56AC321-B6F5-44DE-A013-3174BCAE7D47}" destId="{3502F8C6-6DBE-4941-8462-983E1B9F4D8C}" srcOrd="0" destOrd="0" presId="urn:microsoft.com/office/officeart/2008/layout/HalfCircleOrganizationChart"/>
    <dgm:cxn modelId="{6C30E86F-F038-44AA-B3AB-420CB43713F0}" type="presParOf" srcId="{3502F8C6-6DBE-4941-8462-983E1B9F4D8C}" destId="{AD9A243B-40EF-4E42-BC92-72B8695315FB}" srcOrd="0" destOrd="0" presId="urn:microsoft.com/office/officeart/2008/layout/HalfCircleOrganizationChart"/>
    <dgm:cxn modelId="{D86B70A0-5EB5-4D65-BABE-7E10E952799A}" type="presParOf" srcId="{3502F8C6-6DBE-4941-8462-983E1B9F4D8C}" destId="{D3CB7157-996B-4A9A-B586-25914ED2332F}" srcOrd="1" destOrd="0" presId="urn:microsoft.com/office/officeart/2008/layout/HalfCircleOrganizationChart"/>
    <dgm:cxn modelId="{24F18354-92B0-465F-B5F5-A50052B9599A}" type="presParOf" srcId="{3502F8C6-6DBE-4941-8462-983E1B9F4D8C}" destId="{2A30332D-B35A-4C34-958A-B1E8B4DA2B6A}" srcOrd="2" destOrd="0" presId="urn:microsoft.com/office/officeart/2008/layout/HalfCircleOrganizationChart"/>
    <dgm:cxn modelId="{18FEC74A-874D-4685-8A2D-269CDEFF16D0}" type="presParOf" srcId="{3502F8C6-6DBE-4941-8462-983E1B9F4D8C}" destId="{7999DE4E-8B9A-473D-A36D-DD2498B33BA4}" srcOrd="3" destOrd="0" presId="urn:microsoft.com/office/officeart/2008/layout/HalfCircleOrganizationChart"/>
    <dgm:cxn modelId="{8F7661F5-BEC1-4F94-9DAF-8298512D540E}" type="presParOf" srcId="{B56AC321-B6F5-44DE-A013-3174BCAE7D47}" destId="{A826EC38-DEE0-4D24-A4B4-9172768CA1C0}" srcOrd="1" destOrd="0" presId="urn:microsoft.com/office/officeart/2008/layout/HalfCircleOrganizationChart"/>
    <dgm:cxn modelId="{9EBC86F0-B78A-46D1-95AC-A2ED605C0383}" type="presParOf" srcId="{A826EC38-DEE0-4D24-A4B4-9172768CA1C0}" destId="{336917B5-D457-4058-B7C5-1F413517AC8D}" srcOrd="0" destOrd="0" presId="urn:microsoft.com/office/officeart/2008/layout/HalfCircleOrganizationChart"/>
    <dgm:cxn modelId="{F7CBA25C-ECC2-42A5-8A93-A0F92799CC4A}" type="presParOf" srcId="{A826EC38-DEE0-4D24-A4B4-9172768CA1C0}" destId="{9AFEB18F-9E03-4F16-9302-3424ED1DAED2}" srcOrd="1" destOrd="0" presId="urn:microsoft.com/office/officeart/2008/layout/HalfCircleOrganizationChart"/>
    <dgm:cxn modelId="{89ECF6CC-1687-491E-ABA9-39A5ABE1E5F9}" type="presParOf" srcId="{9AFEB18F-9E03-4F16-9302-3424ED1DAED2}" destId="{0A0FABB2-F429-4B45-A19E-0156DDEF322E}" srcOrd="0" destOrd="0" presId="urn:microsoft.com/office/officeart/2008/layout/HalfCircleOrganizationChart"/>
    <dgm:cxn modelId="{04A36273-1992-4D32-B2E0-8BBF7D34F72F}" type="presParOf" srcId="{0A0FABB2-F429-4B45-A19E-0156DDEF322E}" destId="{35CAC303-9C73-4F94-9421-4EAA65EFFA87}" srcOrd="0" destOrd="0" presId="urn:microsoft.com/office/officeart/2008/layout/HalfCircleOrganizationChart"/>
    <dgm:cxn modelId="{C90BB50A-5A5C-4592-80D4-E3031FF765BE}" type="presParOf" srcId="{0A0FABB2-F429-4B45-A19E-0156DDEF322E}" destId="{74408A81-BCB8-43CB-B5B1-F47487F95309}" srcOrd="1" destOrd="0" presId="urn:microsoft.com/office/officeart/2008/layout/HalfCircleOrganizationChart"/>
    <dgm:cxn modelId="{995C0BA7-B2C0-4974-9A00-1391FD19FC3D}" type="presParOf" srcId="{0A0FABB2-F429-4B45-A19E-0156DDEF322E}" destId="{A66C503C-DDB5-40A7-BAA0-270965548805}" srcOrd="2" destOrd="0" presId="urn:microsoft.com/office/officeart/2008/layout/HalfCircleOrganizationChart"/>
    <dgm:cxn modelId="{03659CAE-2D20-4A46-A27C-061103EAB12F}" type="presParOf" srcId="{0A0FABB2-F429-4B45-A19E-0156DDEF322E}" destId="{E9167535-A751-404D-B414-3231C448460B}" srcOrd="3" destOrd="0" presId="urn:microsoft.com/office/officeart/2008/layout/HalfCircleOrganizationChart"/>
    <dgm:cxn modelId="{27D7A463-5916-4D1B-A183-51B4D60DD3C8}" type="presParOf" srcId="{9AFEB18F-9E03-4F16-9302-3424ED1DAED2}" destId="{BC6B4481-4844-4E61-84DE-95910880DEB2}" srcOrd="1" destOrd="0" presId="urn:microsoft.com/office/officeart/2008/layout/HalfCircleOrganizationChart"/>
    <dgm:cxn modelId="{02DEC89D-7331-4465-B19A-D36D21E94D82}" type="presParOf" srcId="{9AFEB18F-9E03-4F16-9302-3424ED1DAED2}" destId="{AF3C63E9-EF5C-450D-AB1E-A5EA7AB3A5A3}" srcOrd="2" destOrd="0" presId="urn:microsoft.com/office/officeart/2008/layout/HalfCircleOrganizationChart"/>
    <dgm:cxn modelId="{5972DE12-BFE9-4B54-B652-FD16EA38BB0E}" type="presParOf" srcId="{B56AC321-B6F5-44DE-A013-3174BCAE7D47}" destId="{38AEFD57-85E4-4AF9-99DA-2D8D2A3C00B1}" srcOrd="2" destOrd="0" presId="urn:microsoft.com/office/officeart/2008/layout/HalfCircleOrganizationChart"/>
    <dgm:cxn modelId="{54ED9BBC-C9F6-4CF7-B952-81B2C7261485}" type="presParOf" srcId="{36598E35-FBC2-44A0-B592-FF450E70C252}" destId="{2458177E-359E-4F64-AE4E-3E390B9FFB8F}" srcOrd="2" destOrd="0" presId="urn:microsoft.com/office/officeart/2008/layout/HalfCircleOrganizationChart"/>
    <dgm:cxn modelId="{FF87FEFC-86AA-468B-8A72-AAE2C9E1F257}" type="presParOf" srcId="{FEB43061-5718-45E5-8851-E010D1107224}" destId="{B81D0363-FC3C-4FB1-8D3A-01A8B6CD6010}" srcOrd="4" destOrd="0" presId="urn:microsoft.com/office/officeart/2008/layout/HalfCircleOrganizationChart"/>
    <dgm:cxn modelId="{7FF78B01-7A66-4D1A-BA94-94A7A3F64D56}" type="presParOf" srcId="{FEB43061-5718-45E5-8851-E010D1107224}" destId="{7B993856-8788-42C0-BB5D-6B4C28C69569}" srcOrd="5" destOrd="0" presId="urn:microsoft.com/office/officeart/2008/layout/HalfCircleOrganizationChart"/>
    <dgm:cxn modelId="{4BFD56E4-8BA6-475F-91AF-DB3BC6B878D8}" type="presParOf" srcId="{7B993856-8788-42C0-BB5D-6B4C28C69569}" destId="{96BE20CF-B176-4F8D-80BE-35392C3D689A}" srcOrd="0" destOrd="0" presId="urn:microsoft.com/office/officeart/2008/layout/HalfCircleOrganizationChart"/>
    <dgm:cxn modelId="{15CE4A6A-3A20-43DB-B1F2-D954FEBA5342}" type="presParOf" srcId="{96BE20CF-B176-4F8D-80BE-35392C3D689A}" destId="{78753B26-A9F0-407A-A9F3-284087E2C286}" srcOrd="0" destOrd="0" presId="urn:microsoft.com/office/officeart/2008/layout/HalfCircleOrganizationChart"/>
    <dgm:cxn modelId="{ADDC0972-3014-465B-A86F-B05175184102}" type="presParOf" srcId="{96BE20CF-B176-4F8D-80BE-35392C3D689A}" destId="{6D35D36C-3856-44FC-A146-0F445C02C1AB}" srcOrd="1" destOrd="0" presId="urn:microsoft.com/office/officeart/2008/layout/HalfCircleOrganizationChart"/>
    <dgm:cxn modelId="{7E6E73D9-F7B5-4396-AC08-098D79DAED56}" type="presParOf" srcId="{96BE20CF-B176-4F8D-80BE-35392C3D689A}" destId="{97923326-FEC4-4F97-9B04-98156F58B8C6}" srcOrd="2" destOrd="0" presId="urn:microsoft.com/office/officeart/2008/layout/HalfCircleOrganizationChart"/>
    <dgm:cxn modelId="{4F64E2AE-C2CE-4EF2-A593-221D811EB3C2}" type="presParOf" srcId="{96BE20CF-B176-4F8D-80BE-35392C3D689A}" destId="{0CBF28D8-B2FA-4EA6-8BE6-C34FCBE6AF48}" srcOrd="3" destOrd="0" presId="urn:microsoft.com/office/officeart/2008/layout/HalfCircleOrganizationChart"/>
    <dgm:cxn modelId="{C9734886-9910-4BB9-A540-81273073DAA7}" type="presParOf" srcId="{7B993856-8788-42C0-BB5D-6B4C28C69569}" destId="{28D5A0AC-4F33-4914-9481-91728EFB2A23}" srcOrd="1" destOrd="0" presId="urn:microsoft.com/office/officeart/2008/layout/HalfCircleOrganizationChart"/>
    <dgm:cxn modelId="{8D7E35F9-1583-4B31-94B8-0774F1BEED3A}" type="presParOf" srcId="{28D5A0AC-4F33-4914-9481-91728EFB2A23}" destId="{E7F7B851-416B-4A21-9F1A-DB064267CFE4}" srcOrd="0" destOrd="0" presId="urn:microsoft.com/office/officeart/2008/layout/HalfCircleOrganizationChart"/>
    <dgm:cxn modelId="{8F27DB43-2F76-4CD8-A8E8-8C212DBE362F}" type="presParOf" srcId="{28D5A0AC-4F33-4914-9481-91728EFB2A23}" destId="{EA8DC0FF-98EE-4D39-AD75-B749F619464B}" srcOrd="1" destOrd="0" presId="urn:microsoft.com/office/officeart/2008/layout/HalfCircleOrganizationChart"/>
    <dgm:cxn modelId="{603E0352-5A42-471B-A247-2848899CCAED}" type="presParOf" srcId="{EA8DC0FF-98EE-4D39-AD75-B749F619464B}" destId="{DA148F06-9A1D-42FE-9C04-5CDCA22A1E56}" srcOrd="0" destOrd="0" presId="urn:microsoft.com/office/officeart/2008/layout/HalfCircleOrganizationChart"/>
    <dgm:cxn modelId="{A9E89FB2-13E0-4890-8AE2-0FC30E94CCD1}" type="presParOf" srcId="{DA148F06-9A1D-42FE-9C04-5CDCA22A1E56}" destId="{8E60C1B8-2DD3-4D52-874A-EE0148344426}" srcOrd="0" destOrd="0" presId="urn:microsoft.com/office/officeart/2008/layout/HalfCircleOrganizationChart"/>
    <dgm:cxn modelId="{17382E09-BA6F-4E2D-A573-427D0A4632C2}" type="presParOf" srcId="{DA148F06-9A1D-42FE-9C04-5CDCA22A1E56}" destId="{75352F99-239D-4F2B-83B6-FFEE645E55D4}" srcOrd="1" destOrd="0" presId="urn:microsoft.com/office/officeart/2008/layout/HalfCircleOrganizationChart"/>
    <dgm:cxn modelId="{A5820422-04CD-48F5-A61A-8BBF976CA64C}" type="presParOf" srcId="{DA148F06-9A1D-42FE-9C04-5CDCA22A1E56}" destId="{0E3724E0-1486-4BE9-8304-9E151D030664}" srcOrd="2" destOrd="0" presId="urn:microsoft.com/office/officeart/2008/layout/HalfCircleOrganizationChart"/>
    <dgm:cxn modelId="{D77B5ED5-AD03-4B46-AA0B-0858CA145D5D}" type="presParOf" srcId="{DA148F06-9A1D-42FE-9C04-5CDCA22A1E56}" destId="{53283DB5-7E14-4A7C-A126-B19D72EE77C4}" srcOrd="3" destOrd="0" presId="urn:microsoft.com/office/officeart/2008/layout/HalfCircleOrganizationChart"/>
    <dgm:cxn modelId="{E00FD5FD-A3F4-4F38-B9A9-6C6BD3FF3D21}" type="presParOf" srcId="{EA8DC0FF-98EE-4D39-AD75-B749F619464B}" destId="{C659A933-283E-4247-85B2-257B20CA935B}" srcOrd="1" destOrd="0" presId="urn:microsoft.com/office/officeart/2008/layout/HalfCircleOrganizationChart"/>
    <dgm:cxn modelId="{CA309102-4433-44FE-8A91-A095B131E3FB}" type="presParOf" srcId="{EA8DC0FF-98EE-4D39-AD75-B749F619464B}" destId="{4FB2F0AC-AAB1-4834-8DE2-1D79BA3D0048}" srcOrd="2" destOrd="0" presId="urn:microsoft.com/office/officeart/2008/layout/HalfCircleOrganizationChart"/>
    <dgm:cxn modelId="{8BCC4B9D-07D0-4124-A5FA-D2D94F9202B6}" type="presParOf" srcId="{28D5A0AC-4F33-4914-9481-91728EFB2A23}" destId="{68A4C870-1AB9-4B13-B8AE-0770EEE93412}" srcOrd="2" destOrd="0" presId="urn:microsoft.com/office/officeart/2008/layout/HalfCircleOrganizationChart"/>
    <dgm:cxn modelId="{C4D348CA-87B6-4F62-8405-0569ABE5A660}" type="presParOf" srcId="{28D5A0AC-4F33-4914-9481-91728EFB2A23}" destId="{BBAF43B8-FAA8-4DDA-91AF-652C9A5A97F3}" srcOrd="3" destOrd="0" presId="urn:microsoft.com/office/officeart/2008/layout/HalfCircleOrganizationChart"/>
    <dgm:cxn modelId="{EEC2B9F9-0551-4912-8439-7D75DFA59752}" type="presParOf" srcId="{BBAF43B8-FAA8-4DDA-91AF-652C9A5A97F3}" destId="{359E9C30-FF74-461B-A847-6122B802D423}" srcOrd="0" destOrd="0" presId="urn:microsoft.com/office/officeart/2008/layout/HalfCircleOrganizationChart"/>
    <dgm:cxn modelId="{A8C85691-8648-49D3-BB65-1FE5CC06C5AA}" type="presParOf" srcId="{359E9C30-FF74-461B-A847-6122B802D423}" destId="{BDFAB9CE-AD15-4212-910F-1866DA71941A}" srcOrd="0" destOrd="0" presId="urn:microsoft.com/office/officeart/2008/layout/HalfCircleOrganizationChart"/>
    <dgm:cxn modelId="{F9FA9469-9CDE-4A17-BC4E-8BE3827925BD}" type="presParOf" srcId="{359E9C30-FF74-461B-A847-6122B802D423}" destId="{BE76120E-D102-4D47-A3D1-B8640AB57825}" srcOrd="1" destOrd="0" presId="urn:microsoft.com/office/officeart/2008/layout/HalfCircleOrganizationChart"/>
    <dgm:cxn modelId="{A60D986B-5E64-42AC-A2F4-284128353EE1}" type="presParOf" srcId="{359E9C30-FF74-461B-A847-6122B802D423}" destId="{E261A660-3BF6-48BF-89FE-23E1F1D5B1E7}" srcOrd="2" destOrd="0" presId="urn:microsoft.com/office/officeart/2008/layout/HalfCircleOrganizationChart"/>
    <dgm:cxn modelId="{82270A76-09F0-46DB-B493-15FF72F081EF}" type="presParOf" srcId="{359E9C30-FF74-461B-A847-6122B802D423}" destId="{FDCD115E-24CF-4EA7-8833-379ACD99B837}" srcOrd="3" destOrd="0" presId="urn:microsoft.com/office/officeart/2008/layout/HalfCircleOrganizationChart"/>
    <dgm:cxn modelId="{3A498753-C4BA-4AD7-A343-54D6C42A5EAE}" type="presParOf" srcId="{BBAF43B8-FAA8-4DDA-91AF-652C9A5A97F3}" destId="{EBE93DCF-E169-4333-83AC-D7C31051D8A6}" srcOrd="1" destOrd="0" presId="urn:microsoft.com/office/officeart/2008/layout/HalfCircleOrganizationChart"/>
    <dgm:cxn modelId="{FEE15ECD-2F02-41D5-8BE4-A7A77C39F4BF}" type="presParOf" srcId="{BBAF43B8-FAA8-4DDA-91AF-652C9A5A97F3}" destId="{29AE8AB7-BFD2-4EF7-9EF2-0CB5D342F530}" srcOrd="2" destOrd="0" presId="urn:microsoft.com/office/officeart/2008/layout/HalfCircleOrganizationChart"/>
    <dgm:cxn modelId="{562EBE73-B0C6-417E-BF34-54CA4BACE7A5}" type="presParOf" srcId="{28D5A0AC-4F33-4914-9481-91728EFB2A23}" destId="{05E9A50E-F69A-4C41-B815-D5B38D88D1A0}" srcOrd="4" destOrd="0" presId="urn:microsoft.com/office/officeart/2008/layout/HalfCircleOrganizationChart"/>
    <dgm:cxn modelId="{711E45CF-7149-44B4-80C8-3F663F7C56A5}" type="presParOf" srcId="{28D5A0AC-4F33-4914-9481-91728EFB2A23}" destId="{6B371B5D-71B7-4E71-A03C-C4CA2FCBE473}" srcOrd="5" destOrd="0" presId="urn:microsoft.com/office/officeart/2008/layout/HalfCircleOrganizationChart"/>
    <dgm:cxn modelId="{3E3E23DF-D86B-49F6-A799-C9FC6C8C8A81}" type="presParOf" srcId="{6B371B5D-71B7-4E71-A03C-C4CA2FCBE473}" destId="{C28504C5-4695-4B8B-A34C-397677D7104F}" srcOrd="0" destOrd="0" presId="urn:microsoft.com/office/officeart/2008/layout/HalfCircleOrganizationChart"/>
    <dgm:cxn modelId="{4B49F13B-0093-4B3F-AFD0-22941B38FE21}" type="presParOf" srcId="{C28504C5-4695-4B8B-A34C-397677D7104F}" destId="{7C140218-C1C5-4FB2-B6EA-DF3F6413BD7D}" srcOrd="0" destOrd="0" presId="urn:microsoft.com/office/officeart/2008/layout/HalfCircleOrganizationChart"/>
    <dgm:cxn modelId="{DCBF84E8-2832-4628-89A2-0BD1A1F2AB95}" type="presParOf" srcId="{C28504C5-4695-4B8B-A34C-397677D7104F}" destId="{FE99ED51-D716-4CA8-8D09-6122EC52FD2B}" srcOrd="1" destOrd="0" presId="urn:microsoft.com/office/officeart/2008/layout/HalfCircleOrganizationChart"/>
    <dgm:cxn modelId="{E0CB5C6C-D7DF-4661-BC81-60C0097948E1}" type="presParOf" srcId="{C28504C5-4695-4B8B-A34C-397677D7104F}" destId="{2B72AD40-D893-497E-9243-6CE621E5FDCD}" srcOrd="2" destOrd="0" presId="urn:microsoft.com/office/officeart/2008/layout/HalfCircleOrganizationChart"/>
    <dgm:cxn modelId="{66CF0706-CEB5-4642-B821-B85F8F08B683}" type="presParOf" srcId="{C28504C5-4695-4B8B-A34C-397677D7104F}" destId="{1ABCE1B9-E7CC-44BC-AC7F-68759E5BBC36}" srcOrd="3" destOrd="0" presId="urn:microsoft.com/office/officeart/2008/layout/HalfCircleOrganizationChart"/>
    <dgm:cxn modelId="{FB7839BA-0E00-4C21-8CC4-AC7BD7BD34D2}" type="presParOf" srcId="{6B371B5D-71B7-4E71-A03C-C4CA2FCBE473}" destId="{13E91503-3898-4DDE-83E1-EC18F964867F}" srcOrd="1" destOrd="0" presId="urn:microsoft.com/office/officeart/2008/layout/HalfCircleOrganizationChart"/>
    <dgm:cxn modelId="{E7AA9F4B-B50E-4338-B0E6-6DC949FAB8BA}" type="presParOf" srcId="{6B371B5D-71B7-4E71-A03C-C4CA2FCBE473}" destId="{2A83998C-F5E1-4998-8BE3-5234959178C0}" srcOrd="2" destOrd="0" presId="urn:microsoft.com/office/officeart/2008/layout/HalfCircleOrganizationChart"/>
    <dgm:cxn modelId="{38365087-7BC6-4528-A5F7-3DC287207FFF}" type="presParOf" srcId="{28D5A0AC-4F33-4914-9481-91728EFB2A23}" destId="{7EB80FDC-7966-47B3-A3C1-F70F068F1394}" srcOrd="6" destOrd="0" presId="urn:microsoft.com/office/officeart/2008/layout/HalfCircleOrganizationChart"/>
    <dgm:cxn modelId="{BA37D603-D975-4B5B-B69D-2E69837E8F43}" type="presParOf" srcId="{28D5A0AC-4F33-4914-9481-91728EFB2A23}" destId="{D4FBC6A1-18F2-462B-BBC3-CE7E1D8BC9BC}" srcOrd="7" destOrd="0" presId="urn:microsoft.com/office/officeart/2008/layout/HalfCircleOrganizationChart"/>
    <dgm:cxn modelId="{4A58F7CC-D0E2-4D8F-84CA-517165A6893C}" type="presParOf" srcId="{D4FBC6A1-18F2-462B-BBC3-CE7E1D8BC9BC}" destId="{62DF928D-549F-4FD1-B622-7C9FA3889AC4}" srcOrd="0" destOrd="0" presId="urn:microsoft.com/office/officeart/2008/layout/HalfCircleOrganizationChart"/>
    <dgm:cxn modelId="{4A0464AE-817E-4983-97C7-6F3C8AB22F07}" type="presParOf" srcId="{62DF928D-549F-4FD1-B622-7C9FA3889AC4}" destId="{6789CE22-61CB-449A-A6CD-F895EED08B75}" srcOrd="0" destOrd="0" presId="urn:microsoft.com/office/officeart/2008/layout/HalfCircleOrganizationChart"/>
    <dgm:cxn modelId="{14CE04D8-AAA4-46DF-8372-9222DD25863E}" type="presParOf" srcId="{62DF928D-549F-4FD1-B622-7C9FA3889AC4}" destId="{2BC4D2A7-68CC-45C2-8D17-FB756E890DEF}" srcOrd="1" destOrd="0" presId="urn:microsoft.com/office/officeart/2008/layout/HalfCircleOrganizationChart"/>
    <dgm:cxn modelId="{1FFDBDEE-BEF8-494A-96BD-008052DBB74D}" type="presParOf" srcId="{62DF928D-549F-4FD1-B622-7C9FA3889AC4}" destId="{9E394FDD-D70D-4514-BAE1-E804E65F71BA}" srcOrd="2" destOrd="0" presId="urn:microsoft.com/office/officeart/2008/layout/HalfCircleOrganizationChart"/>
    <dgm:cxn modelId="{D1593E43-D7CD-4E5E-8DDD-B2F4490E752F}" type="presParOf" srcId="{62DF928D-549F-4FD1-B622-7C9FA3889AC4}" destId="{737689F9-F2E8-40C3-B215-00A006D671A7}" srcOrd="3" destOrd="0" presId="urn:microsoft.com/office/officeart/2008/layout/HalfCircleOrganizationChart"/>
    <dgm:cxn modelId="{3AEEC792-F817-42F2-BBA3-86812A15197C}" type="presParOf" srcId="{D4FBC6A1-18F2-462B-BBC3-CE7E1D8BC9BC}" destId="{10CA7361-742A-4806-AC1B-4B632A8B8926}" srcOrd="1" destOrd="0" presId="urn:microsoft.com/office/officeart/2008/layout/HalfCircleOrganizationChart"/>
    <dgm:cxn modelId="{EA365E96-8912-4AA4-BCD5-44094457AAA3}" type="presParOf" srcId="{D4FBC6A1-18F2-462B-BBC3-CE7E1D8BC9BC}" destId="{1B2EBC21-92CF-4D9E-9D0D-5C8197FA685A}" srcOrd="2" destOrd="0" presId="urn:microsoft.com/office/officeart/2008/layout/HalfCircleOrganizationChart"/>
    <dgm:cxn modelId="{BDBBA013-94D0-4100-A545-DDE8BDFBDA6D}" type="presParOf" srcId="{7B993856-8788-42C0-BB5D-6B4C28C69569}" destId="{2E04A34B-5210-4057-BAEC-79A27692005A}" srcOrd="2" destOrd="0" presId="urn:microsoft.com/office/officeart/2008/layout/HalfCircleOrganizationChart"/>
    <dgm:cxn modelId="{EDD19C82-6A85-4F42-B2F1-1F70018FC78C}" type="presParOf" srcId="{1ABB0A08-CE1D-4B1A-801F-80A4683AA146}" destId="{93A6412A-DAD9-4561-A22A-BBD98B40AF5F}" srcOrd="2" destOrd="0" presId="urn:microsoft.com/office/officeart/2008/layout/HalfCircle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851B2E7-99AC-4322-9A72-286E10D0A05F}" type="doc">
      <dgm:prSet loTypeId="urn:microsoft.com/office/officeart/2005/8/layout/matrix1" loCatId="matrix" qsTypeId="urn:microsoft.com/office/officeart/2005/8/quickstyle/simple1" qsCatId="simple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75D0DD0B-88B6-4D16-BAA0-F50A8CE35A16}">
      <dgm:prSet phldrT="[Text]"/>
      <dgm:spPr/>
      <dgm:t>
        <a:bodyPr/>
        <a:lstStyle/>
        <a:p>
          <a:r>
            <a:rPr lang="en-US" dirty="0"/>
            <a:t>RACI</a:t>
          </a:r>
        </a:p>
      </dgm:t>
    </dgm:pt>
    <dgm:pt modelId="{9D502953-D279-4E46-A2E4-864D5A9B72A1}" type="parTrans" cxnId="{A1F4E43C-8845-4383-A42C-102661DFE2C9}">
      <dgm:prSet/>
      <dgm:spPr/>
      <dgm:t>
        <a:bodyPr/>
        <a:lstStyle/>
        <a:p>
          <a:endParaRPr lang="en-US"/>
        </a:p>
      </dgm:t>
    </dgm:pt>
    <dgm:pt modelId="{F00AE91A-4155-4A6F-8A6E-4CA7FEC7125D}" type="sibTrans" cxnId="{A1F4E43C-8845-4383-A42C-102661DFE2C9}">
      <dgm:prSet/>
      <dgm:spPr/>
      <dgm:t>
        <a:bodyPr/>
        <a:lstStyle/>
        <a:p>
          <a:endParaRPr lang="en-US"/>
        </a:p>
      </dgm:t>
    </dgm:pt>
    <dgm:pt modelId="{52392CE0-5176-4735-8925-C205BE64A25A}">
      <dgm:prSet phldrT="[Text]"/>
      <dgm:spPr/>
      <dgm:t>
        <a:bodyPr/>
        <a:lstStyle/>
        <a:p>
          <a:r>
            <a:rPr lang="en-US" b="1" i="1" dirty="0"/>
            <a:t>Responsible</a:t>
          </a:r>
          <a:endParaRPr lang="en-US" dirty="0"/>
        </a:p>
      </dgm:t>
    </dgm:pt>
    <dgm:pt modelId="{0F5B3BF4-6886-462E-8898-FFB71D6D10AD}" type="parTrans" cxnId="{EA231414-859B-47A0-A962-E6716C588D24}">
      <dgm:prSet/>
      <dgm:spPr/>
      <dgm:t>
        <a:bodyPr/>
        <a:lstStyle/>
        <a:p>
          <a:endParaRPr lang="en-US"/>
        </a:p>
      </dgm:t>
    </dgm:pt>
    <dgm:pt modelId="{D41C5DDB-B7C8-42EB-8CD9-4E583083B3BD}" type="sibTrans" cxnId="{EA231414-859B-47A0-A962-E6716C588D24}">
      <dgm:prSet/>
      <dgm:spPr/>
      <dgm:t>
        <a:bodyPr/>
        <a:lstStyle/>
        <a:p>
          <a:endParaRPr lang="en-US"/>
        </a:p>
      </dgm:t>
    </dgm:pt>
    <dgm:pt modelId="{5C810931-F543-48AF-B8E2-02341A67D63E}">
      <dgm:prSet phldrT="[Text]"/>
      <dgm:spPr/>
      <dgm:t>
        <a:bodyPr/>
        <a:lstStyle/>
        <a:p>
          <a:r>
            <a:rPr lang="en-US" b="1" i="1" dirty="0"/>
            <a:t>Accountable</a:t>
          </a:r>
          <a:endParaRPr lang="en-US" dirty="0"/>
        </a:p>
      </dgm:t>
    </dgm:pt>
    <dgm:pt modelId="{DA16E606-1388-4D81-8ED8-61704A494AC7}" type="parTrans" cxnId="{5A588906-1EB2-45E0-9B43-1F8496008102}">
      <dgm:prSet/>
      <dgm:spPr/>
      <dgm:t>
        <a:bodyPr/>
        <a:lstStyle/>
        <a:p>
          <a:endParaRPr lang="en-US"/>
        </a:p>
      </dgm:t>
    </dgm:pt>
    <dgm:pt modelId="{06AAF024-1AA0-41B4-9C14-499225BFFEE7}" type="sibTrans" cxnId="{5A588906-1EB2-45E0-9B43-1F8496008102}">
      <dgm:prSet/>
      <dgm:spPr/>
      <dgm:t>
        <a:bodyPr/>
        <a:lstStyle/>
        <a:p>
          <a:endParaRPr lang="en-US"/>
        </a:p>
      </dgm:t>
    </dgm:pt>
    <dgm:pt modelId="{C89ADEDF-974D-4311-8CB1-CB005221628A}">
      <dgm:prSet phldrT="[Text]"/>
      <dgm:spPr/>
      <dgm:t>
        <a:bodyPr/>
        <a:lstStyle/>
        <a:p>
          <a:r>
            <a:rPr lang="en-US" b="1" i="1" dirty="0"/>
            <a:t>Consult</a:t>
          </a:r>
          <a:endParaRPr lang="en-US" dirty="0"/>
        </a:p>
      </dgm:t>
    </dgm:pt>
    <dgm:pt modelId="{622AE29F-61C7-42AF-9604-BA76883EAE32}" type="parTrans" cxnId="{ACD5AA83-EA94-4B1A-9222-DD319C633FEC}">
      <dgm:prSet/>
      <dgm:spPr/>
      <dgm:t>
        <a:bodyPr/>
        <a:lstStyle/>
        <a:p>
          <a:endParaRPr lang="en-US"/>
        </a:p>
      </dgm:t>
    </dgm:pt>
    <dgm:pt modelId="{B7C12DC9-BF45-4BBF-BA89-A132EAD308D2}" type="sibTrans" cxnId="{ACD5AA83-EA94-4B1A-9222-DD319C633FEC}">
      <dgm:prSet/>
      <dgm:spPr/>
      <dgm:t>
        <a:bodyPr/>
        <a:lstStyle/>
        <a:p>
          <a:endParaRPr lang="en-US"/>
        </a:p>
      </dgm:t>
    </dgm:pt>
    <dgm:pt modelId="{7F81611D-7268-49FD-A817-2D70868D2B88}">
      <dgm:prSet phldrT="[Text]"/>
      <dgm:spPr/>
      <dgm:t>
        <a:bodyPr/>
        <a:lstStyle/>
        <a:p>
          <a:r>
            <a:rPr lang="en-US" b="1" i="1" dirty="0"/>
            <a:t>Inform</a:t>
          </a:r>
          <a:endParaRPr lang="en-US" dirty="0"/>
        </a:p>
      </dgm:t>
    </dgm:pt>
    <dgm:pt modelId="{617A13A2-E436-42B6-8DF7-1B6253FDCBBA}" type="parTrans" cxnId="{13CA74BE-D45A-47F2-A38F-331D50A421BE}">
      <dgm:prSet/>
      <dgm:spPr/>
      <dgm:t>
        <a:bodyPr/>
        <a:lstStyle/>
        <a:p>
          <a:endParaRPr lang="en-US"/>
        </a:p>
      </dgm:t>
    </dgm:pt>
    <dgm:pt modelId="{9DF73B67-5D66-4AEE-A60E-243964763390}" type="sibTrans" cxnId="{13CA74BE-D45A-47F2-A38F-331D50A421BE}">
      <dgm:prSet/>
      <dgm:spPr/>
      <dgm:t>
        <a:bodyPr/>
        <a:lstStyle/>
        <a:p>
          <a:endParaRPr lang="en-US"/>
        </a:p>
      </dgm:t>
    </dgm:pt>
    <dgm:pt modelId="{2D66E96D-BF66-4EB6-86D5-3FB21E7F3B96}" type="pres">
      <dgm:prSet presAssocID="{2851B2E7-99AC-4322-9A72-286E10D0A05F}" presName="diagram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F7D680C-8D64-46A3-AB36-8170D8361B61}" type="pres">
      <dgm:prSet presAssocID="{2851B2E7-99AC-4322-9A72-286E10D0A05F}" presName="matrix" presStyleCnt="0"/>
      <dgm:spPr/>
    </dgm:pt>
    <dgm:pt modelId="{26799AC5-70D1-407B-BE5F-97C3FB8C4257}" type="pres">
      <dgm:prSet presAssocID="{2851B2E7-99AC-4322-9A72-286E10D0A05F}" presName="tile1" presStyleLbl="node1" presStyleIdx="0" presStyleCnt="4"/>
      <dgm:spPr/>
    </dgm:pt>
    <dgm:pt modelId="{5FE79EEA-3035-49E8-A777-987284A497D3}" type="pres">
      <dgm:prSet presAssocID="{2851B2E7-99AC-4322-9A72-286E10D0A05F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CE234848-7AA3-4D8A-954D-24EAFFF08B0C}" type="pres">
      <dgm:prSet presAssocID="{2851B2E7-99AC-4322-9A72-286E10D0A05F}" presName="tile2" presStyleLbl="node1" presStyleIdx="1" presStyleCnt="4"/>
      <dgm:spPr/>
    </dgm:pt>
    <dgm:pt modelId="{CF714CCF-5A24-461C-87BE-39450ECC29CE}" type="pres">
      <dgm:prSet presAssocID="{2851B2E7-99AC-4322-9A72-286E10D0A05F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58BB13E4-B88D-4A45-A0F0-BF550C80BD6E}" type="pres">
      <dgm:prSet presAssocID="{2851B2E7-99AC-4322-9A72-286E10D0A05F}" presName="tile3" presStyleLbl="node1" presStyleIdx="2" presStyleCnt="4"/>
      <dgm:spPr/>
    </dgm:pt>
    <dgm:pt modelId="{51FF3666-0EC7-444A-9B0C-BF5A4678CDD7}" type="pres">
      <dgm:prSet presAssocID="{2851B2E7-99AC-4322-9A72-286E10D0A05F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8F3D0B13-C231-4982-8EBF-74D13CF91BBD}" type="pres">
      <dgm:prSet presAssocID="{2851B2E7-99AC-4322-9A72-286E10D0A05F}" presName="tile4" presStyleLbl="node1" presStyleIdx="3" presStyleCnt="4" custLinFactX="12525" custLinFactNeighborX="100000" custLinFactNeighborY="15389"/>
      <dgm:spPr/>
    </dgm:pt>
    <dgm:pt modelId="{5DE51CAA-8966-4152-AEA2-A9073C9823E7}" type="pres">
      <dgm:prSet presAssocID="{2851B2E7-99AC-4322-9A72-286E10D0A05F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F64B4715-E1C9-42C9-8A79-2A98F4DAB8B1}" type="pres">
      <dgm:prSet presAssocID="{2851B2E7-99AC-4322-9A72-286E10D0A05F}" presName="centerTile" presStyleLbl="fgShp" presStyleIdx="0" presStyleCnt="1">
        <dgm:presLayoutVars>
          <dgm:chMax val="0"/>
          <dgm:chPref val="0"/>
        </dgm:presLayoutVars>
      </dgm:prSet>
      <dgm:spPr/>
    </dgm:pt>
  </dgm:ptLst>
  <dgm:cxnLst>
    <dgm:cxn modelId="{8B9B4902-CA65-4BA9-88E9-1C4A3728A573}" type="presOf" srcId="{7F81611D-7268-49FD-A817-2D70868D2B88}" destId="{8F3D0B13-C231-4982-8EBF-74D13CF91BBD}" srcOrd="0" destOrd="0" presId="urn:microsoft.com/office/officeart/2005/8/layout/matrix1"/>
    <dgm:cxn modelId="{5A588906-1EB2-45E0-9B43-1F8496008102}" srcId="{75D0DD0B-88B6-4D16-BAA0-F50A8CE35A16}" destId="{5C810931-F543-48AF-B8E2-02341A67D63E}" srcOrd="1" destOrd="0" parTransId="{DA16E606-1388-4D81-8ED8-61704A494AC7}" sibTransId="{06AAF024-1AA0-41B4-9C14-499225BFFEE7}"/>
    <dgm:cxn modelId="{EA231414-859B-47A0-A962-E6716C588D24}" srcId="{75D0DD0B-88B6-4D16-BAA0-F50A8CE35A16}" destId="{52392CE0-5176-4735-8925-C205BE64A25A}" srcOrd="0" destOrd="0" parTransId="{0F5B3BF4-6886-462E-8898-FFB71D6D10AD}" sibTransId="{D41C5DDB-B7C8-42EB-8CD9-4E583083B3BD}"/>
    <dgm:cxn modelId="{A1F4E43C-8845-4383-A42C-102661DFE2C9}" srcId="{2851B2E7-99AC-4322-9A72-286E10D0A05F}" destId="{75D0DD0B-88B6-4D16-BAA0-F50A8CE35A16}" srcOrd="0" destOrd="0" parTransId="{9D502953-D279-4E46-A2E4-864D5A9B72A1}" sibTransId="{F00AE91A-4155-4A6F-8A6E-4CA7FEC7125D}"/>
    <dgm:cxn modelId="{CEDCE14B-DE1A-4F40-9CE9-A9D1C4FB77F5}" type="presOf" srcId="{C89ADEDF-974D-4311-8CB1-CB005221628A}" destId="{58BB13E4-B88D-4A45-A0F0-BF550C80BD6E}" srcOrd="0" destOrd="0" presId="urn:microsoft.com/office/officeart/2005/8/layout/matrix1"/>
    <dgm:cxn modelId="{4951EA6D-6020-4D86-8C5B-68C43BD798AF}" type="presOf" srcId="{75D0DD0B-88B6-4D16-BAA0-F50A8CE35A16}" destId="{F64B4715-E1C9-42C9-8A79-2A98F4DAB8B1}" srcOrd="0" destOrd="0" presId="urn:microsoft.com/office/officeart/2005/8/layout/matrix1"/>
    <dgm:cxn modelId="{AA4A9A7F-6A3C-4784-A08F-FE1A0692B8EA}" type="presOf" srcId="{5C810931-F543-48AF-B8E2-02341A67D63E}" destId="{CF714CCF-5A24-461C-87BE-39450ECC29CE}" srcOrd="1" destOrd="0" presId="urn:microsoft.com/office/officeart/2005/8/layout/matrix1"/>
    <dgm:cxn modelId="{A23BAD81-7ADE-4D41-B003-516914B2CE81}" type="presOf" srcId="{2851B2E7-99AC-4322-9A72-286E10D0A05F}" destId="{2D66E96D-BF66-4EB6-86D5-3FB21E7F3B96}" srcOrd="0" destOrd="0" presId="urn:microsoft.com/office/officeart/2005/8/layout/matrix1"/>
    <dgm:cxn modelId="{ACD5AA83-EA94-4B1A-9222-DD319C633FEC}" srcId="{75D0DD0B-88B6-4D16-BAA0-F50A8CE35A16}" destId="{C89ADEDF-974D-4311-8CB1-CB005221628A}" srcOrd="2" destOrd="0" parTransId="{622AE29F-61C7-42AF-9604-BA76883EAE32}" sibTransId="{B7C12DC9-BF45-4BBF-BA89-A132EAD308D2}"/>
    <dgm:cxn modelId="{15069C87-9726-4261-9F3B-91FA5FA1F4A0}" type="presOf" srcId="{52392CE0-5176-4735-8925-C205BE64A25A}" destId="{5FE79EEA-3035-49E8-A777-987284A497D3}" srcOrd="1" destOrd="0" presId="urn:microsoft.com/office/officeart/2005/8/layout/matrix1"/>
    <dgm:cxn modelId="{EC966F99-66B5-4582-83FD-0B2AEB286929}" type="presOf" srcId="{5C810931-F543-48AF-B8E2-02341A67D63E}" destId="{CE234848-7AA3-4D8A-954D-24EAFFF08B0C}" srcOrd="0" destOrd="0" presId="urn:microsoft.com/office/officeart/2005/8/layout/matrix1"/>
    <dgm:cxn modelId="{13CA74BE-D45A-47F2-A38F-331D50A421BE}" srcId="{75D0DD0B-88B6-4D16-BAA0-F50A8CE35A16}" destId="{7F81611D-7268-49FD-A817-2D70868D2B88}" srcOrd="3" destOrd="0" parTransId="{617A13A2-E436-42B6-8DF7-1B6253FDCBBA}" sibTransId="{9DF73B67-5D66-4AEE-A60E-243964763390}"/>
    <dgm:cxn modelId="{C58E41D8-F35C-4759-AA59-081F712C092A}" type="presOf" srcId="{C89ADEDF-974D-4311-8CB1-CB005221628A}" destId="{51FF3666-0EC7-444A-9B0C-BF5A4678CDD7}" srcOrd="1" destOrd="0" presId="urn:microsoft.com/office/officeart/2005/8/layout/matrix1"/>
    <dgm:cxn modelId="{0035FDDA-C4E6-4517-A330-54072D194049}" type="presOf" srcId="{7F81611D-7268-49FD-A817-2D70868D2B88}" destId="{5DE51CAA-8966-4152-AEA2-A9073C9823E7}" srcOrd="1" destOrd="0" presId="urn:microsoft.com/office/officeart/2005/8/layout/matrix1"/>
    <dgm:cxn modelId="{E1F857FA-1A6A-4A1B-8195-E649F03BC428}" type="presOf" srcId="{52392CE0-5176-4735-8925-C205BE64A25A}" destId="{26799AC5-70D1-407B-BE5F-97C3FB8C4257}" srcOrd="0" destOrd="0" presId="urn:microsoft.com/office/officeart/2005/8/layout/matrix1"/>
    <dgm:cxn modelId="{E6DB2AA1-8119-4DEA-843A-4A6A517FEB0A}" type="presParOf" srcId="{2D66E96D-BF66-4EB6-86D5-3FB21E7F3B96}" destId="{8F7D680C-8D64-46A3-AB36-8170D8361B61}" srcOrd="0" destOrd="0" presId="urn:microsoft.com/office/officeart/2005/8/layout/matrix1"/>
    <dgm:cxn modelId="{8CEF17D9-93F1-4151-9FE0-17C5DEEFBF93}" type="presParOf" srcId="{8F7D680C-8D64-46A3-AB36-8170D8361B61}" destId="{26799AC5-70D1-407B-BE5F-97C3FB8C4257}" srcOrd="0" destOrd="0" presId="urn:microsoft.com/office/officeart/2005/8/layout/matrix1"/>
    <dgm:cxn modelId="{578FD00D-C03E-402E-8D28-16281739F302}" type="presParOf" srcId="{8F7D680C-8D64-46A3-AB36-8170D8361B61}" destId="{5FE79EEA-3035-49E8-A777-987284A497D3}" srcOrd="1" destOrd="0" presId="urn:microsoft.com/office/officeart/2005/8/layout/matrix1"/>
    <dgm:cxn modelId="{176BF725-CCE6-4AAD-A2D8-57A995BE4B4C}" type="presParOf" srcId="{8F7D680C-8D64-46A3-AB36-8170D8361B61}" destId="{CE234848-7AA3-4D8A-954D-24EAFFF08B0C}" srcOrd="2" destOrd="0" presId="urn:microsoft.com/office/officeart/2005/8/layout/matrix1"/>
    <dgm:cxn modelId="{64DA5589-8BF5-49F4-9129-ACEEF3BDA96D}" type="presParOf" srcId="{8F7D680C-8D64-46A3-AB36-8170D8361B61}" destId="{CF714CCF-5A24-461C-87BE-39450ECC29CE}" srcOrd="3" destOrd="0" presId="urn:microsoft.com/office/officeart/2005/8/layout/matrix1"/>
    <dgm:cxn modelId="{289748C0-F334-4B18-A78C-A31290DBE08D}" type="presParOf" srcId="{8F7D680C-8D64-46A3-AB36-8170D8361B61}" destId="{58BB13E4-B88D-4A45-A0F0-BF550C80BD6E}" srcOrd="4" destOrd="0" presId="urn:microsoft.com/office/officeart/2005/8/layout/matrix1"/>
    <dgm:cxn modelId="{47C9F4E5-06BD-4D24-8ABA-F937F34EF7EC}" type="presParOf" srcId="{8F7D680C-8D64-46A3-AB36-8170D8361B61}" destId="{51FF3666-0EC7-444A-9B0C-BF5A4678CDD7}" srcOrd="5" destOrd="0" presId="urn:microsoft.com/office/officeart/2005/8/layout/matrix1"/>
    <dgm:cxn modelId="{EA6EB706-71CD-4ACA-8B9D-86F0EDD6629A}" type="presParOf" srcId="{8F7D680C-8D64-46A3-AB36-8170D8361B61}" destId="{8F3D0B13-C231-4982-8EBF-74D13CF91BBD}" srcOrd="6" destOrd="0" presId="urn:microsoft.com/office/officeart/2005/8/layout/matrix1"/>
    <dgm:cxn modelId="{25046F9C-2807-42CE-97E8-A5D2FAB92EE8}" type="presParOf" srcId="{8F7D680C-8D64-46A3-AB36-8170D8361B61}" destId="{5DE51CAA-8966-4152-AEA2-A9073C9823E7}" srcOrd="7" destOrd="0" presId="urn:microsoft.com/office/officeart/2005/8/layout/matrix1"/>
    <dgm:cxn modelId="{C5E6C2A7-1A5F-4C94-9317-B7768346C80F}" type="presParOf" srcId="{2D66E96D-BF66-4EB6-86D5-3FB21E7F3B96}" destId="{F64B4715-E1C9-42C9-8A79-2A98F4DAB8B1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A64DC348-EA4C-42DA-BCE7-B1B30467B382}" type="doc">
      <dgm:prSet loTypeId="urn:microsoft.com/office/officeart/2008/layout/HorizontalMultiLevelHierarchy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A191412-0125-4385-BADC-BC80DFE072A3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</a:t>
          </a:r>
        </a:p>
      </dgm:t>
    </dgm:pt>
    <dgm:pt modelId="{19C45C80-D1AD-440E-8B61-D02F97B5AAD9}" type="parTrans" cxnId="{BAB13E1A-6F2F-48A5-9E18-4D253A83E940}">
      <dgm:prSet/>
      <dgm:spPr/>
      <dgm:t>
        <a:bodyPr/>
        <a:lstStyle/>
        <a:p>
          <a:endParaRPr lang="en-US"/>
        </a:p>
      </dgm:t>
    </dgm:pt>
    <dgm:pt modelId="{3349ABBE-4158-4523-A44A-BB05D1D6FF11}" type="sibTrans" cxnId="{BAB13E1A-6F2F-48A5-9E18-4D253A83E940}">
      <dgm:prSet/>
      <dgm:spPr/>
      <dgm:t>
        <a:bodyPr/>
        <a:lstStyle/>
        <a:p>
          <a:endParaRPr lang="en-US"/>
        </a:p>
      </dgm:t>
    </dgm:pt>
    <dgm:pt modelId="{F1F1BFCB-B12C-4A3A-A3CD-F9807B6FF9C9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phòng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ban</a:t>
          </a:r>
        </a:p>
      </dgm:t>
    </dgm:pt>
    <dgm:pt modelId="{4470563C-56A9-4A2C-A436-80EFCF044849}" type="parTrans" cxnId="{E894FDB5-3E2E-4D0F-B332-19323DFA49FB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335D097F-ED44-440E-9A57-CBE88A4406F4}" type="sibTrans" cxnId="{E894FDB5-3E2E-4D0F-B332-19323DFA49FB}">
      <dgm:prSet/>
      <dgm:spPr/>
      <dgm:t>
        <a:bodyPr/>
        <a:lstStyle/>
        <a:p>
          <a:endParaRPr lang="en-US"/>
        </a:p>
      </dgm:t>
    </dgm:pt>
    <dgm:pt modelId="{4062CEC0-23AD-4DBD-AFCA-6DAD2ED473BE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thường</a:t>
          </a:r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xuyên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993BD053-0A41-48BB-932D-15309E496484}" type="parTrans" cxnId="{C8D561F4-B480-4D5F-A214-AF37B14CE9C2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6EF2DC17-CCC0-41B7-B1E0-B3ABB9154765}" type="sibTrans" cxnId="{C8D561F4-B480-4D5F-A214-AF37B14CE9C2}">
      <dgm:prSet/>
      <dgm:spPr/>
      <dgm:t>
        <a:bodyPr/>
        <a:lstStyle/>
        <a:p>
          <a:endParaRPr lang="en-US"/>
        </a:p>
      </dgm:t>
    </dgm:pt>
    <dgm:pt modelId="{9203E587-775C-40EE-A3F4-91A027C6D872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dirty="0" err="1">
              <a:latin typeface="Verdana" panose="020B0604030504040204" pitchFamily="34" charset="0"/>
              <a:ea typeface="Verdana" panose="020B0604030504040204" pitchFamily="34" charset="0"/>
            </a:rPr>
            <a:t>khác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85A1EE50-56A6-4D9B-9E45-CA7CCF07BE85}" type="parTrans" cxnId="{9844B38E-4056-41B3-AE04-C6B0CA86C60F}">
      <dgm:prSet custT="1"/>
      <dgm:spPr/>
      <dgm:t>
        <a:bodyPr/>
        <a:lstStyle/>
        <a:p>
          <a:endParaRPr lang="en-US" sz="180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76F18A2A-B49C-4ABA-8446-F65511ACF0EF}" type="sibTrans" cxnId="{9844B38E-4056-41B3-AE04-C6B0CA86C60F}">
      <dgm:prSet/>
      <dgm:spPr/>
      <dgm:t>
        <a:bodyPr/>
        <a:lstStyle/>
        <a:p>
          <a:endParaRPr lang="en-US"/>
        </a:p>
      </dgm:t>
    </dgm:pt>
    <dgm:pt modelId="{F9A0D9DC-F86C-4380-86F1-BA27B176FB5B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1</a:t>
          </a:r>
        </a:p>
      </dgm:t>
    </dgm:pt>
    <dgm:pt modelId="{E7AF349E-E8BB-4948-87AE-0A4F136BD3A0}" type="parTrans" cxnId="{767AEB02-3135-468D-88E9-E9D48778732D}">
      <dgm:prSet/>
      <dgm:spPr/>
      <dgm:t>
        <a:bodyPr/>
        <a:lstStyle/>
        <a:p>
          <a:endParaRPr lang="en-US"/>
        </a:p>
      </dgm:t>
    </dgm:pt>
    <dgm:pt modelId="{A7E73934-AF1F-4DDB-963F-DF8BEEA12E49}" type="sibTrans" cxnId="{767AEB02-3135-468D-88E9-E9D48778732D}">
      <dgm:prSet/>
      <dgm:spPr/>
      <dgm:t>
        <a:bodyPr/>
        <a:lstStyle/>
        <a:p>
          <a:endParaRPr lang="en-US"/>
        </a:p>
      </dgm:t>
    </dgm:pt>
    <dgm:pt modelId="{EC054578-8C80-4619-9738-66DE419AF0BC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2</a:t>
          </a:r>
        </a:p>
      </dgm:t>
    </dgm:pt>
    <dgm:pt modelId="{6D565490-42E1-402F-9D13-E43BB579D6F7}" type="parTrans" cxnId="{00E23AA7-AF8E-4211-B351-1525CE079376}">
      <dgm:prSet/>
      <dgm:spPr/>
      <dgm:t>
        <a:bodyPr/>
        <a:lstStyle/>
        <a:p>
          <a:endParaRPr lang="en-US"/>
        </a:p>
      </dgm:t>
    </dgm:pt>
    <dgm:pt modelId="{4B3FF81F-BF02-4BEE-B35A-EC7243700C23}" type="sibTrans" cxnId="{00E23AA7-AF8E-4211-B351-1525CE079376}">
      <dgm:prSet/>
      <dgm:spPr/>
      <dgm:t>
        <a:bodyPr/>
        <a:lstStyle/>
        <a:p>
          <a:endParaRPr lang="en-US"/>
        </a:p>
      </dgm:t>
    </dgm:pt>
    <dgm:pt modelId="{8994DD26-535A-4736-8C64-ECAA7B1797AE}">
      <dgm:prSet phldrT="[Text]" custT="1"/>
      <dgm:spPr/>
      <dgm:t>
        <a:bodyPr/>
        <a:lstStyle/>
        <a:p>
          <a:r>
            <a:rPr lang="en-US" sz="1800">
              <a:latin typeface="Verdana" panose="020B0604030504040204" pitchFamily="34" charset="0"/>
              <a:ea typeface="Verdana" panose="020B0604030504040204" pitchFamily="34" charset="0"/>
            </a:rPr>
            <a:t>KPI item 3</a:t>
          </a:r>
          <a:endParaRPr lang="en-US" sz="1800" dirty="0">
            <a:latin typeface="Verdana" panose="020B0604030504040204" pitchFamily="34" charset="0"/>
            <a:ea typeface="Verdana" panose="020B0604030504040204" pitchFamily="34" charset="0"/>
          </a:endParaRPr>
        </a:p>
      </dgm:t>
    </dgm:pt>
    <dgm:pt modelId="{45E2BF20-284B-4894-B4EF-74FDF0E6D007}" type="parTrans" cxnId="{EF260AAF-61D4-495C-BBEF-79C9C66277AC}">
      <dgm:prSet/>
      <dgm:spPr/>
      <dgm:t>
        <a:bodyPr/>
        <a:lstStyle/>
        <a:p>
          <a:endParaRPr lang="en-US"/>
        </a:p>
      </dgm:t>
    </dgm:pt>
    <dgm:pt modelId="{0E3F9F9E-C06E-41D9-A536-C3296AFF3379}" type="sibTrans" cxnId="{EF260AAF-61D4-495C-BBEF-79C9C66277AC}">
      <dgm:prSet/>
      <dgm:spPr/>
      <dgm:t>
        <a:bodyPr/>
        <a:lstStyle/>
        <a:p>
          <a:endParaRPr lang="en-US"/>
        </a:p>
      </dgm:t>
    </dgm:pt>
    <dgm:pt modelId="{FB3474B8-3FFF-4DF7-8B1E-4CA3BDACFFC9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4</a:t>
          </a:r>
        </a:p>
      </dgm:t>
    </dgm:pt>
    <dgm:pt modelId="{53A6EB77-3681-4352-9FC4-C2848B056EA5}" type="parTrans" cxnId="{33FF10BD-4BF5-44C0-91F9-BFF526D73CBB}">
      <dgm:prSet/>
      <dgm:spPr/>
      <dgm:t>
        <a:bodyPr/>
        <a:lstStyle/>
        <a:p>
          <a:endParaRPr lang="en-US"/>
        </a:p>
      </dgm:t>
    </dgm:pt>
    <dgm:pt modelId="{E4F3926F-60B6-48FD-9E58-1F967277D0A4}" type="sibTrans" cxnId="{33FF10BD-4BF5-44C0-91F9-BFF526D73CBB}">
      <dgm:prSet/>
      <dgm:spPr/>
      <dgm:t>
        <a:bodyPr/>
        <a:lstStyle/>
        <a:p>
          <a:endParaRPr lang="en-US"/>
        </a:p>
      </dgm:t>
    </dgm:pt>
    <dgm:pt modelId="{512D624E-BA2D-4910-B3B4-C269C99C165A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5</a:t>
          </a:r>
        </a:p>
      </dgm:t>
    </dgm:pt>
    <dgm:pt modelId="{2A2DF96D-0CCF-43C3-9E58-98944D6F2540}" type="parTrans" cxnId="{1C9C6859-DDB3-43C9-8E68-29414B5897F9}">
      <dgm:prSet/>
      <dgm:spPr/>
      <dgm:t>
        <a:bodyPr/>
        <a:lstStyle/>
        <a:p>
          <a:endParaRPr lang="en-US"/>
        </a:p>
      </dgm:t>
    </dgm:pt>
    <dgm:pt modelId="{42D0819B-C9E7-4CD8-8CDF-0A1E029ED179}" type="sibTrans" cxnId="{1C9C6859-DDB3-43C9-8E68-29414B5897F9}">
      <dgm:prSet/>
      <dgm:spPr/>
      <dgm:t>
        <a:bodyPr/>
        <a:lstStyle/>
        <a:p>
          <a:endParaRPr lang="en-US"/>
        </a:p>
      </dgm:t>
    </dgm:pt>
    <dgm:pt modelId="{922DD8F0-6E1F-486E-896E-FA668126538E}">
      <dgm:prSet phldrT="[Text]" custT="1"/>
      <dgm:spPr/>
      <dgm:t>
        <a:bodyPr/>
        <a:lstStyle/>
        <a:p>
          <a:r>
            <a:rPr lang="en-US" sz="1800" dirty="0">
              <a:latin typeface="Verdana" panose="020B0604030504040204" pitchFamily="34" charset="0"/>
              <a:ea typeface="Verdana" panose="020B0604030504040204" pitchFamily="34" charset="0"/>
            </a:rPr>
            <a:t>KPI item 6</a:t>
          </a:r>
        </a:p>
      </dgm:t>
    </dgm:pt>
    <dgm:pt modelId="{011A0541-A1F1-449D-974B-493D669D1C51}" type="parTrans" cxnId="{E2E94E40-4438-4B08-B1BB-F158D4C3806E}">
      <dgm:prSet/>
      <dgm:spPr/>
      <dgm:t>
        <a:bodyPr/>
        <a:lstStyle/>
        <a:p>
          <a:endParaRPr lang="en-US"/>
        </a:p>
      </dgm:t>
    </dgm:pt>
    <dgm:pt modelId="{97447372-5D22-4E13-93E3-D5D48E622EF0}" type="sibTrans" cxnId="{E2E94E40-4438-4B08-B1BB-F158D4C3806E}">
      <dgm:prSet/>
      <dgm:spPr/>
      <dgm:t>
        <a:bodyPr/>
        <a:lstStyle/>
        <a:p>
          <a:endParaRPr lang="en-US"/>
        </a:p>
      </dgm:t>
    </dgm:pt>
    <dgm:pt modelId="{045927EC-DB58-47A5-9104-0FBCE7840A4E}" type="pres">
      <dgm:prSet presAssocID="{A64DC348-EA4C-42DA-BCE7-B1B30467B382}" presName="Name0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569E0737-51C6-45F2-9BA9-86D5B8E707AF}" type="pres">
      <dgm:prSet presAssocID="{DA191412-0125-4385-BADC-BC80DFE072A3}" presName="root1" presStyleCnt="0"/>
      <dgm:spPr/>
    </dgm:pt>
    <dgm:pt modelId="{C0F36EFD-EFDF-48A9-A961-B68917D8F109}" type="pres">
      <dgm:prSet presAssocID="{DA191412-0125-4385-BADC-BC80DFE072A3}" presName="LevelOneTextNode" presStyleLbl="node0" presStyleIdx="0" presStyleCnt="1" custScaleX="187934" custScaleY="110732">
        <dgm:presLayoutVars>
          <dgm:chPref val="3"/>
        </dgm:presLayoutVars>
      </dgm:prSet>
      <dgm:spPr/>
    </dgm:pt>
    <dgm:pt modelId="{819D6C6B-B13C-4F70-AF6F-0DDE1FD451C1}" type="pres">
      <dgm:prSet presAssocID="{DA191412-0125-4385-BADC-BC80DFE072A3}" presName="level2hierChild" presStyleCnt="0"/>
      <dgm:spPr/>
    </dgm:pt>
    <dgm:pt modelId="{04C9AC63-00DB-47DD-809D-313B06DD4A0D}" type="pres">
      <dgm:prSet presAssocID="{4470563C-56A9-4A2C-A436-80EFCF044849}" presName="conn2-1" presStyleLbl="parChTrans1D2" presStyleIdx="0" presStyleCnt="3"/>
      <dgm:spPr/>
    </dgm:pt>
    <dgm:pt modelId="{24243749-4D22-40C3-8DCF-B16A62879B4E}" type="pres">
      <dgm:prSet presAssocID="{4470563C-56A9-4A2C-A436-80EFCF044849}" presName="connTx" presStyleLbl="parChTrans1D2" presStyleIdx="0" presStyleCnt="3"/>
      <dgm:spPr/>
    </dgm:pt>
    <dgm:pt modelId="{8A37E1A5-7535-449F-8926-31FB3BB0182B}" type="pres">
      <dgm:prSet presAssocID="{F1F1BFCB-B12C-4A3A-A3CD-F9807B6FF9C9}" presName="root2" presStyleCnt="0"/>
      <dgm:spPr/>
    </dgm:pt>
    <dgm:pt modelId="{7BD6FE5D-CC99-4B75-B41D-D40E4CBCB151}" type="pres">
      <dgm:prSet presAssocID="{F1F1BFCB-B12C-4A3A-A3CD-F9807B6FF9C9}" presName="LevelTwoTextNode" presStyleLbl="node2" presStyleIdx="0" presStyleCnt="3" custScaleY="187788">
        <dgm:presLayoutVars>
          <dgm:chPref val="3"/>
        </dgm:presLayoutVars>
      </dgm:prSet>
      <dgm:spPr/>
    </dgm:pt>
    <dgm:pt modelId="{5A369CDE-4BA2-4D18-AC5C-082E7A074E29}" type="pres">
      <dgm:prSet presAssocID="{F1F1BFCB-B12C-4A3A-A3CD-F9807B6FF9C9}" presName="level3hierChild" presStyleCnt="0"/>
      <dgm:spPr/>
    </dgm:pt>
    <dgm:pt modelId="{4881DFE7-51F8-4A6F-A477-AE6A65186F12}" type="pres">
      <dgm:prSet presAssocID="{E7AF349E-E8BB-4948-87AE-0A4F136BD3A0}" presName="conn2-1" presStyleLbl="parChTrans1D3" presStyleIdx="0" presStyleCnt="6"/>
      <dgm:spPr/>
    </dgm:pt>
    <dgm:pt modelId="{C7629B48-63B3-457A-AE84-4840AAF4AA8D}" type="pres">
      <dgm:prSet presAssocID="{E7AF349E-E8BB-4948-87AE-0A4F136BD3A0}" presName="connTx" presStyleLbl="parChTrans1D3" presStyleIdx="0" presStyleCnt="6"/>
      <dgm:spPr/>
    </dgm:pt>
    <dgm:pt modelId="{BEC33A04-A28B-41BC-8581-2413AD148D51}" type="pres">
      <dgm:prSet presAssocID="{F9A0D9DC-F86C-4380-86F1-BA27B176FB5B}" presName="root2" presStyleCnt="0"/>
      <dgm:spPr/>
    </dgm:pt>
    <dgm:pt modelId="{22F8308A-FCFF-4DD0-8F71-5C2FD802CC27}" type="pres">
      <dgm:prSet presAssocID="{F9A0D9DC-F86C-4380-86F1-BA27B176FB5B}" presName="LevelTwoTextNode" presStyleLbl="node3" presStyleIdx="0" presStyleCnt="6">
        <dgm:presLayoutVars>
          <dgm:chPref val="3"/>
        </dgm:presLayoutVars>
      </dgm:prSet>
      <dgm:spPr/>
    </dgm:pt>
    <dgm:pt modelId="{6DCDE9B1-AF43-4405-9465-309070F7B952}" type="pres">
      <dgm:prSet presAssocID="{F9A0D9DC-F86C-4380-86F1-BA27B176FB5B}" presName="level3hierChild" presStyleCnt="0"/>
      <dgm:spPr/>
    </dgm:pt>
    <dgm:pt modelId="{D1A8BD93-9D18-4554-96FA-D2B026EC74B2}" type="pres">
      <dgm:prSet presAssocID="{6D565490-42E1-402F-9D13-E43BB579D6F7}" presName="conn2-1" presStyleLbl="parChTrans1D3" presStyleIdx="1" presStyleCnt="6"/>
      <dgm:spPr/>
    </dgm:pt>
    <dgm:pt modelId="{6DAC0499-CDBD-4F74-A483-5B02CC2FD321}" type="pres">
      <dgm:prSet presAssocID="{6D565490-42E1-402F-9D13-E43BB579D6F7}" presName="connTx" presStyleLbl="parChTrans1D3" presStyleIdx="1" presStyleCnt="6"/>
      <dgm:spPr/>
    </dgm:pt>
    <dgm:pt modelId="{728A551C-F2AC-4059-98EC-0BC81EBF434C}" type="pres">
      <dgm:prSet presAssocID="{EC054578-8C80-4619-9738-66DE419AF0BC}" presName="root2" presStyleCnt="0"/>
      <dgm:spPr/>
    </dgm:pt>
    <dgm:pt modelId="{96FC66FD-190A-410A-981C-5C5A42F44A6B}" type="pres">
      <dgm:prSet presAssocID="{EC054578-8C80-4619-9738-66DE419AF0BC}" presName="LevelTwoTextNode" presStyleLbl="node3" presStyleIdx="1" presStyleCnt="6">
        <dgm:presLayoutVars>
          <dgm:chPref val="3"/>
        </dgm:presLayoutVars>
      </dgm:prSet>
      <dgm:spPr/>
    </dgm:pt>
    <dgm:pt modelId="{510E1F54-565B-4D1A-9728-904F98003ACC}" type="pres">
      <dgm:prSet presAssocID="{EC054578-8C80-4619-9738-66DE419AF0BC}" presName="level3hierChild" presStyleCnt="0"/>
      <dgm:spPr/>
    </dgm:pt>
    <dgm:pt modelId="{D7EF3A92-5C26-4C67-8AFE-29DD114FFFA8}" type="pres">
      <dgm:prSet presAssocID="{993BD053-0A41-48BB-932D-15309E496484}" presName="conn2-1" presStyleLbl="parChTrans1D2" presStyleIdx="1" presStyleCnt="3"/>
      <dgm:spPr/>
    </dgm:pt>
    <dgm:pt modelId="{DAE39521-3DF6-4F5C-A48B-3EA8EBBE5C0C}" type="pres">
      <dgm:prSet presAssocID="{993BD053-0A41-48BB-932D-15309E496484}" presName="connTx" presStyleLbl="parChTrans1D2" presStyleIdx="1" presStyleCnt="3"/>
      <dgm:spPr/>
    </dgm:pt>
    <dgm:pt modelId="{0EC96A62-CF15-4427-AB0C-2D89EA3818A4}" type="pres">
      <dgm:prSet presAssocID="{4062CEC0-23AD-4DBD-AFCA-6DAD2ED473BE}" presName="root2" presStyleCnt="0"/>
      <dgm:spPr/>
    </dgm:pt>
    <dgm:pt modelId="{F87CC44B-5731-498E-8414-025145959895}" type="pres">
      <dgm:prSet presAssocID="{4062CEC0-23AD-4DBD-AFCA-6DAD2ED473BE}" presName="LevelTwoTextNode" presStyleLbl="node2" presStyleIdx="1" presStyleCnt="3" custScaleY="187788">
        <dgm:presLayoutVars>
          <dgm:chPref val="3"/>
        </dgm:presLayoutVars>
      </dgm:prSet>
      <dgm:spPr/>
    </dgm:pt>
    <dgm:pt modelId="{E546CE9D-A420-489D-BC99-030EED96A4CD}" type="pres">
      <dgm:prSet presAssocID="{4062CEC0-23AD-4DBD-AFCA-6DAD2ED473BE}" presName="level3hierChild" presStyleCnt="0"/>
      <dgm:spPr/>
    </dgm:pt>
    <dgm:pt modelId="{CD08C16D-0E0B-41EF-964F-5D7FCA0D96E4}" type="pres">
      <dgm:prSet presAssocID="{45E2BF20-284B-4894-B4EF-74FDF0E6D007}" presName="conn2-1" presStyleLbl="parChTrans1D3" presStyleIdx="2" presStyleCnt="6"/>
      <dgm:spPr/>
    </dgm:pt>
    <dgm:pt modelId="{CC083BB2-D1FD-4A16-A466-837A2F49A710}" type="pres">
      <dgm:prSet presAssocID="{45E2BF20-284B-4894-B4EF-74FDF0E6D007}" presName="connTx" presStyleLbl="parChTrans1D3" presStyleIdx="2" presStyleCnt="6"/>
      <dgm:spPr/>
    </dgm:pt>
    <dgm:pt modelId="{2ADE1EA0-B5B8-4A24-96A8-ED4EDFF3ECD7}" type="pres">
      <dgm:prSet presAssocID="{8994DD26-535A-4736-8C64-ECAA7B1797AE}" presName="root2" presStyleCnt="0"/>
      <dgm:spPr/>
    </dgm:pt>
    <dgm:pt modelId="{CD1E07AF-580A-458A-A4E2-19029A85016E}" type="pres">
      <dgm:prSet presAssocID="{8994DD26-535A-4736-8C64-ECAA7B1797AE}" presName="LevelTwoTextNode" presStyleLbl="node3" presStyleIdx="2" presStyleCnt="6">
        <dgm:presLayoutVars>
          <dgm:chPref val="3"/>
        </dgm:presLayoutVars>
      </dgm:prSet>
      <dgm:spPr/>
    </dgm:pt>
    <dgm:pt modelId="{3ABC291E-3683-4CF0-95D0-B16F35B4A721}" type="pres">
      <dgm:prSet presAssocID="{8994DD26-535A-4736-8C64-ECAA7B1797AE}" presName="level3hierChild" presStyleCnt="0"/>
      <dgm:spPr/>
    </dgm:pt>
    <dgm:pt modelId="{A2C307C3-4CA4-4160-AE45-E33CA796AF86}" type="pres">
      <dgm:prSet presAssocID="{53A6EB77-3681-4352-9FC4-C2848B056EA5}" presName="conn2-1" presStyleLbl="parChTrans1D3" presStyleIdx="3" presStyleCnt="6"/>
      <dgm:spPr/>
    </dgm:pt>
    <dgm:pt modelId="{5E706438-F928-4FD4-8B1A-F8861E0988B0}" type="pres">
      <dgm:prSet presAssocID="{53A6EB77-3681-4352-9FC4-C2848B056EA5}" presName="connTx" presStyleLbl="parChTrans1D3" presStyleIdx="3" presStyleCnt="6"/>
      <dgm:spPr/>
    </dgm:pt>
    <dgm:pt modelId="{16804261-28DC-4324-AA7E-449C38ACDD50}" type="pres">
      <dgm:prSet presAssocID="{FB3474B8-3FFF-4DF7-8B1E-4CA3BDACFFC9}" presName="root2" presStyleCnt="0"/>
      <dgm:spPr/>
    </dgm:pt>
    <dgm:pt modelId="{46EDDB61-0DD6-4909-8CC0-E9F6E970FA93}" type="pres">
      <dgm:prSet presAssocID="{FB3474B8-3FFF-4DF7-8B1E-4CA3BDACFFC9}" presName="LevelTwoTextNode" presStyleLbl="node3" presStyleIdx="3" presStyleCnt="6">
        <dgm:presLayoutVars>
          <dgm:chPref val="3"/>
        </dgm:presLayoutVars>
      </dgm:prSet>
      <dgm:spPr/>
    </dgm:pt>
    <dgm:pt modelId="{DDD38724-44E6-464B-AEC5-E7822BF509F9}" type="pres">
      <dgm:prSet presAssocID="{FB3474B8-3FFF-4DF7-8B1E-4CA3BDACFFC9}" presName="level3hierChild" presStyleCnt="0"/>
      <dgm:spPr/>
    </dgm:pt>
    <dgm:pt modelId="{86FCD641-6596-4729-B493-445624DB545A}" type="pres">
      <dgm:prSet presAssocID="{85A1EE50-56A6-4D9B-9E45-CA7CCF07BE85}" presName="conn2-1" presStyleLbl="parChTrans1D2" presStyleIdx="2" presStyleCnt="3"/>
      <dgm:spPr/>
    </dgm:pt>
    <dgm:pt modelId="{E6469CD7-A166-4011-8299-45C605545DE9}" type="pres">
      <dgm:prSet presAssocID="{85A1EE50-56A6-4D9B-9E45-CA7CCF07BE85}" presName="connTx" presStyleLbl="parChTrans1D2" presStyleIdx="2" presStyleCnt="3"/>
      <dgm:spPr/>
    </dgm:pt>
    <dgm:pt modelId="{0B3862FD-A106-4B41-ACE8-095742F7208D}" type="pres">
      <dgm:prSet presAssocID="{9203E587-775C-40EE-A3F4-91A027C6D872}" presName="root2" presStyleCnt="0"/>
      <dgm:spPr/>
    </dgm:pt>
    <dgm:pt modelId="{499742C5-98E7-4255-91BD-0F76B08CD2A5}" type="pres">
      <dgm:prSet presAssocID="{9203E587-775C-40EE-A3F4-91A027C6D872}" presName="LevelTwoTextNode" presStyleLbl="node2" presStyleIdx="2" presStyleCnt="3" custScaleY="187788">
        <dgm:presLayoutVars>
          <dgm:chPref val="3"/>
        </dgm:presLayoutVars>
      </dgm:prSet>
      <dgm:spPr/>
    </dgm:pt>
    <dgm:pt modelId="{340ED990-9363-4FFE-BAEC-33BF5DAA2B7B}" type="pres">
      <dgm:prSet presAssocID="{9203E587-775C-40EE-A3F4-91A027C6D872}" presName="level3hierChild" presStyleCnt="0"/>
      <dgm:spPr/>
    </dgm:pt>
    <dgm:pt modelId="{5D52586F-8843-4BD7-B454-A1506822502C}" type="pres">
      <dgm:prSet presAssocID="{2A2DF96D-0CCF-43C3-9E58-98944D6F2540}" presName="conn2-1" presStyleLbl="parChTrans1D3" presStyleIdx="4" presStyleCnt="6"/>
      <dgm:spPr/>
    </dgm:pt>
    <dgm:pt modelId="{E8AC0BB5-C09E-457C-AEBB-B2FA318DE35E}" type="pres">
      <dgm:prSet presAssocID="{2A2DF96D-0CCF-43C3-9E58-98944D6F2540}" presName="connTx" presStyleLbl="parChTrans1D3" presStyleIdx="4" presStyleCnt="6"/>
      <dgm:spPr/>
    </dgm:pt>
    <dgm:pt modelId="{B63719FF-C8EA-4FC5-AC6A-406AA9774A63}" type="pres">
      <dgm:prSet presAssocID="{512D624E-BA2D-4910-B3B4-C269C99C165A}" presName="root2" presStyleCnt="0"/>
      <dgm:spPr/>
    </dgm:pt>
    <dgm:pt modelId="{FF8C9A97-7E50-40AE-B6DC-0B5B34A6608C}" type="pres">
      <dgm:prSet presAssocID="{512D624E-BA2D-4910-B3B4-C269C99C165A}" presName="LevelTwoTextNode" presStyleLbl="node3" presStyleIdx="4" presStyleCnt="6">
        <dgm:presLayoutVars>
          <dgm:chPref val="3"/>
        </dgm:presLayoutVars>
      </dgm:prSet>
      <dgm:spPr/>
    </dgm:pt>
    <dgm:pt modelId="{85482EAE-E907-49D0-95B1-83DE1F476808}" type="pres">
      <dgm:prSet presAssocID="{512D624E-BA2D-4910-B3B4-C269C99C165A}" presName="level3hierChild" presStyleCnt="0"/>
      <dgm:spPr/>
    </dgm:pt>
    <dgm:pt modelId="{B2A2143C-2E34-4504-99AF-5DDAABB1AF25}" type="pres">
      <dgm:prSet presAssocID="{011A0541-A1F1-449D-974B-493D669D1C51}" presName="conn2-1" presStyleLbl="parChTrans1D3" presStyleIdx="5" presStyleCnt="6"/>
      <dgm:spPr/>
    </dgm:pt>
    <dgm:pt modelId="{D006CFA3-6439-4405-8E6E-4FE0D3F7CF11}" type="pres">
      <dgm:prSet presAssocID="{011A0541-A1F1-449D-974B-493D669D1C51}" presName="connTx" presStyleLbl="parChTrans1D3" presStyleIdx="5" presStyleCnt="6"/>
      <dgm:spPr/>
    </dgm:pt>
    <dgm:pt modelId="{86294B06-FA94-44D3-956D-EE323BB0B9DC}" type="pres">
      <dgm:prSet presAssocID="{922DD8F0-6E1F-486E-896E-FA668126538E}" presName="root2" presStyleCnt="0"/>
      <dgm:spPr/>
    </dgm:pt>
    <dgm:pt modelId="{6C686F3C-03FD-423E-B85A-5046C7DCA19E}" type="pres">
      <dgm:prSet presAssocID="{922DD8F0-6E1F-486E-896E-FA668126538E}" presName="LevelTwoTextNode" presStyleLbl="node3" presStyleIdx="5" presStyleCnt="6">
        <dgm:presLayoutVars>
          <dgm:chPref val="3"/>
        </dgm:presLayoutVars>
      </dgm:prSet>
      <dgm:spPr/>
    </dgm:pt>
    <dgm:pt modelId="{31B5E7AF-44C0-4989-8CAE-EFC08BCF496E}" type="pres">
      <dgm:prSet presAssocID="{922DD8F0-6E1F-486E-896E-FA668126538E}" presName="level3hierChild" presStyleCnt="0"/>
      <dgm:spPr/>
    </dgm:pt>
  </dgm:ptLst>
  <dgm:cxnLst>
    <dgm:cxn modelId="{767AEB02-3135-468D-88E9-E9D48778732D}" srcId="{F1F1BFCB-B12C-4A3A-A3CD-F9807B6FF9C9}" destId="{F9A0D9DC-F86C-4380-86F1-BA27B176FB5B}" srcOrd="0" destOrd="0" parTransId="{E7AF349E-E8BB-4948-87AE-0A4F136BD3A0}" sibTransId="{A7E73934-AF1F-4DDB-963F-DF8BEEA12E49}"/>
    <dgm:cxn modelId="{A025F207-60A7-4BF2-B9B9-938C9177F361}" type="presOf" srcId="{A64DC348-EA4C-42DA-BCE7-B1B30467B382}" destId="{045927EC-DB58-47A5-9104-0FBCE7840A4E}" srcOrd="0" destOrd="0" presId="urn:microsoft.com/office/officeart/2008/layout/HorizontalMultiLevelHierarchy"/>
    <dgm:cxn modelId="{EF0BE215-E4BB-41FB-BFE7-FE2B58E59ABC}" type="presOf" srcId="{53A6EB77-3681-4352-9FC4-C2848B056EA5}" destId="{5E706438-F928-4FD4-8B1A-F8861E0988B0}" srcOrd="1" destOrd="0" presId="urn:microsoft.com/office/officeart/2008/layout/HorizontalMultiLevelHierarchy"/>
    <dgm:cxn modelId="{15D60919-B0A1-4687-8575-475C0DC99F84}" type="presOf" srcId="{45E2BF20-284B-4894-B4EF-74FDF0E6D007}" destId="{CC083BB2-D1FD-4A16-A466-837A2F49A710}" srcOrd="1" destOrd="0" presId="urn:microsoft.com/office/officeart/2008/layout/HorizontalMultiLevelHierarchy"/>
    <dgm:cxn modelId="{BAB13E1A-6F2F-48A5-9E18-4D253A83E940}" srcId="{A64DC348-EA4C-42DA-BCE7-B1B30467B382}" destId="{DA191412-0125-4385-BADC-BC80DFE072A3}" srcOrd="0" destOrd="0" parTransId="{19C45C80-D1AD-440E-8B61-D02F97B5AAD9}" sibTransId="{3349ABBE-4158-4523-A44A-BB05D1D6FF11}"/>
    <dgm:cxn modelId="{68D65120-2096-4F3E-AA0A-8FB7D77CC82E}" type="presOf" srcId="{E7AF349E-E8BB-4948-87AE-0A4F136BD3A0}" destId="{C7629B48-63B3-457A-AE84-4840AAF4AA8D}" srcOrd="1" destOrd="0" presId="urn:microsoft.com/office/officeart/2008/layout/HorizontalMultiLevelHierarchy"/>
    <dgm:cxn modelId="{AFE0872F-3AFD-41E5-8AF4-A879F2162DAE}" type="presOf" srcId="{4470563C-56A9-4A2C-A436-80EFCF044849}" destId="{04C9AC63-00DB-47DD-809D-313B06DD4A0D}" srcOrd="0" destOrd="0" presId="urn:microsoft.com/office/officeart/2008/layout/HorizontalMultiLevelHierarchy"/>
    <dgm:cxn modelId="{607EE133-FD2F-48B9-935D-6783869CDEA3}" type="presOf" srcId="{993BD053-0A41-48BB-932D-15309E496484}" destId="{D7EF3A92-5C26-4C67-8AFE-29DD114FFFA8}" srcOrd="0" destOrd="0" presId="urn:microsoft.com/office/officeart/2008/layout/HorizontalMultiLevelHierarchy"/>
    <dgm:cxn modelId="{47618136-EE91-4B9B-9F07-B1FE0218B021}" type="presOf" srcId="{85A1EE50-56A6-4D9B-9E45-CA7CCF07BE85}" destId="{86FCD641-6596-4729-B493-445624DB545A}" srcOrd="0" destOrd="0" presId="urn:microsoft.com/office/officeart/2008/layout/HorizontalMultiLevelHierarchy"/>
    <dgm:cxn modelId="{E2E94E40-4438-4B08-B1BB-F158D4C3806E}" srcId="{9203E587-775C-40EE-A3F4-91A027C6D872}" destId="{922DD8F0-6E1F-486E-896E-FA668126538E}" srcOrd="1" destOrd="0" parTransId="{011A0541-A1F1-449D-974B-493D669D1C51}" sibTransId="{97447372-5D22-4E13-93E3-D5D48E622EF0}"/>
    <dgm:cxn modelId="{3D8C5B64-855F-49E5-966A-0944B160CB94}" type="presOf" srcId="{E7AF349E-E8BB-4948-87AE-0A4F136BD3A0}" destId="{4881DFE7-51F8-4A6F-A477-AE6A65186F12}" srcOrd="0" destOrd="0" presId="urn:microsoft.com/office/officeart/2008/layout/HorizontalMultiLevelHierarchy"/>
    <dgm:cxn modelId="{1C9C6859-DDB3-43C9-8E68-29414B5897F9}" srcId="{9203E587-775C-40EE-A3F4-91A027C6D872}" destId="{512D624E-BA2D-4910-B3B4-C269C99C165A}" srcOrd="0" destOrd="0" parTransId="{2A2DF96D-0CCF-43C3-9E58-98944D6F2540}" sibTransId="{42D0819B-C9E7-4CD8-8CDF-0A1E029ED179}"/>
    <dgm:cxn modelId="{D443857E-916B-4E41-847C-F6CE71C91DF5}" type="presOf" srcId="{011A0541-A1F1-449D-974B-493D669D1C51}" destId="{D006CFA3-6439-4405-8E6E-4FE0D3F7CF11}" srcOrd="1" destOrd="0" presId="urn:microsoft.com/office/officeart/2008/layout/HorizontalMultiLevelHierarchy"/>
    <dgm:cxn modelId="{FE838682-BF0A-413B-BE34-565AF394948D}" type="presOf" srcId="{8994DD26-535A-4736-8C64-ECAA7B1797AE}" destId="{CD1E07AF-580A-458A-A4E2-19029A85016E}" srcOrd="0" destOrd="0" presId="urn:microsoft.com/office/officeart/2008/layout/HorizontalMultiLevelHierarchy"/>
    <dgm:cxn modelId="{400A868D-5E76-476F-8EF4-2572A6EFDFD8}" type="presOf" srcId="{6D565490-42E1-402F-9D13-E43BB579D6F7}" destId="{6DAC0499-CDBD-4F74-A483-5B02CC2FD321}" srcOrd="1" destOrd="0" presId="urn:microsoft.com/office/officeart/2008/layout/HorizontalMultiLevelHierarchy"/>
    <dgm:cxn modelId="{9844B38E-4056-41B3-AE04-C6B0CA86C60F}" srcId="{DA191412-0125-4385-BADC-BC80DFE072A3}" destId="{9203E587-775C-40EE-A3F4-91A027C6D872}" srcOrd="2" destOrd="0" parTransId="{85A1EE50-56A6-4D9B-9E45-CA7CCF07BE85}" sibTransId="{76F18A2A-B49C-4ABA-8446-F65511ACF0EF}"/>
    <dgm:cxn modelId="{6D889893-82CE-47B6-B035-5F38DB214CFC}" type="presOf" srcId="{2A2DF96D-0CCF-43C3-9E58-98944D6F2540}" destId="{5D52586F-8843-4BD7-B454-A1506822502C}" srcOrd="0" destOrd="0" presId="urn:microsoft.com/office/officeart/2008/layout/HorizontalMultiLevelHierarchy"/>
    <dgm:cxn modelId="{C2447A9B-510E-4157-B23D-05FEE423764F}" type="presOf" srcId="{512D624E-BA2D-4910-B3B4-C269C99C165A}" destId="{FF8C9A97-7E50-40AE-B6DC-0B5B34A6608C}" srcOrd="0" destOrd="0" presId="urn:microsoft.com/office/officeart/2008/layout/HorizontalMultiLevelHierarchy"/>
    <dgm:cxn modelId="{DB6A579F-B29E-4DA3-8253-9E887AD6488D}" type="presOf" srcId="{2A2DF96D-0CCF-43C3-9E58-98944D6F2540}" destId="{E8AC0BB5-C09E-457C-AEBB-B2FA318DE35E}" srcOrd="1" destOrd="0" presId="urn:microsoft.com/office/officeart/2008/layout/HorizontalMultiLevelHierarchy"/>
    <dgm:cxn modelId="{00E23AA7-AF8E-4211-B351-1525CE079376}" srcId="{F1F1BFCB-B12C-4A3A-A3CD-F9807B6FF9C9}" destId="{EC054578-8C80-4619-9738-66DE419AF0BC}" srcOrd="1" destOrd="0" parTransId="{6D565490-42E1-402F-9D13-E43BB579D6F7}" sibTransId="{4B3FF81F-BF02-4BEE-B35A-EC7243700C23}"/>
    <dgm:cxn modelId="{817AFFAE-1CE5-4A80-9F14-EB78B242E030}" type="presOf" srcId="{993BD053-0A41-48BB-932D-15309E496484}" destId="{DAE39521-3DF6-4F5C-A48B-3EA8EBBE5C0C}" srcOrd="1" destOrd="0" presId="urn:microsoft.com/office/officeart/2008/layout/HorizontalMultiLevelHierarchy"/>
    <dgm:cxn modelId="{EF260AAF-61D4-495C-BBEF-79C9C66277AC}" srcId="{4062CEC0-23AD-4DBD-AFCA-6DAD2ED473BE}" destId="{8994DD26-535A-4736-8C64-ECAA7B1797AE}" srcOrd="0" destOrd="0" parTransId="{45E2BF20-284B-4894-B4EF-74FDF0E6D007}" sibTransId="{0E3F9F9E-C06E-41D9-A536-C3296AFF3379}"/>
    <dgm:cxn modelId="{B43614B2-2342-4233-861C-EA263764F605}" type="presOf" srcId="{6D565490-42E1-402F-9D13-E43BB579D6F7}" destId="{D1A8BD93-9D18-4554-96FA-D2B026EC74B2}" srcOrd="0" destOrd="0" presId="urn:microsoft.com/office/officeart/2008/layout/HorizontalMultiLevelHierarchy"/>
    <dgm:cxn modelId="{151387B5-EA70-4A29-AA89-BAFB50FB1379}" type="presOf" srcId="{9203E587-775C-40EE-A3F4-91A027C6D872}" destId="{499742C5-98E7-4255-91BD-0F76B08CD2A5}" srcOrd="0" destOrd="0" presId="urn:microsoft.com/office/officeart/2008/layout/HorizontalMultiLevelHierarchy"/>
    <dgm:cxn modelId="{E894FDB5-3E2E-4D0F-B332-19323DFA49FB}" srcId="{DA191412-0125-4385-BADC-BC80DFE072A3}" destId="{F1F1BFCB-B12C-4A3A-A3CD-F9807B6FF9C9}" srcOrd="0" destOrd="0" parTransId="{4470563C-56A9-4A2C-A436-80EFCF044849}" sibTransId="{335D097F-ED44-440E-9A57-CBE88A4406F4}"/>
    <dgm:cxn modelId="{33FF10BD-4BF5-44C0-91F9-BFF526D73CBB}" srcId="{4062CEC0-23AD-4DBD-AFCA-6DAD2ED473BE}" destId="{FB3474B8-3FFF-4DF7-8B1E-4CA3BDACFFC9}" srcOrd="1" destOrd="0" parTransId="{53A6EB77-3681-4352-9FC4-C2848B056EA5}" sibTransId="{E4F3926F-60B6-48FD-9E58-1F967277D0A4}"/>
    <dgm:cxn modelId="{9F0E72C2-612D-4892-8701-8184AC1968E9}" type="presOf" srcId="{DA191412-0125-4385-BADC-BC80DFE072A3}" destId="{C0F36EFD-EFDF-48A9-A961-B68917D8F109}" srcOrd="0" destOrd="0" presId="urn:microsoft.com/office/officeart/2008/layout/HorizontalMultiLevelHierarchy"/>
    <dgm:cxn modelId="{D7361BC4-26E9-41EA-BA41-15A61B8625BC}" type="presOf" srcId="{F9A0D9DC-F86C-4380-86F1-BA27B176FB5B}" destId="{22F8308A-FCFF-4DD0-8F71-5C2FD802CC27}" srcOrd="0" destOrd="0" presId="urn:microsoft.com/office/officeart/2008/layout/HorizontalMultiLevelHierarchy"/>
    <dgm:cxn modelId="{BEF148CA-9B76-4782-9325-EC03A3B19CFA}" type="presOf" srcId="{4470563C-56A9-4A2C-A436-80EFCF044849}" destId="{24243749-4D22-40C3-8DCF-B16A62879B4E}" srcOrd="1" destOrd="0" presId="urn:microsoft.com/office/officeart/2008/layout/HorizontalMultiLevelHierarchy"/>
    <dgm:cxn modelId="{E0C06ECB-935C-422E-98C7-632B0826FED9}" type="presOf" srcId="{53A6EB77-3681-4352-9FC4-C2848B056EA5}" destId="{A2C307C3-4CA4-4160-AE45-E33CA796AF86}" srcOrd="0" destOrd="0" presId="urn:microsoft.com/office/officeart/2008/layout/HorizontalMultiLevelHierarchy"/>
    <dgm:cxn modelId="{698328CC-3334-4F3C-B0B4-172CC8D3EDCA}" type="presOf" srcId="{85A1EE50-56A6-4D9B-9E45-CA7CCF07BE85}" destId="{E6469CD7-A166-4011-8299-45C605545DE9}" srcOrd="1" destOrd="0" presId="urn:microsoft.com/office/officeart/2008/layout/HorizontalMultiLevelHierarchy"/>
    <dgm:cxn modelId="{338ABCD1-4BFD-4DB0-A770-EAB954A09EC0}" type="presOf" srcId="{F1F1BFCB-B12C-4A3A-A3CD-F9807B6FF9C9}" destId="{7BD6FE5D-CC99-4B75-B41D-D40E4CBCB151}" srcOrd="0" destOrd="0" presId="urn:microsoft.com/office/officeart/2008/layout/HorizontalMultiLevelHierarchy"/>
    <dgm:cxn modelId="{4B5E3BE4-CBC8-46A1-A64D-42FC03CB869D}" type="presOf" srcId="{EC054578-8C80-4619-9738-66DE419AF0BC}" destId="{96FC66FD-190A-410A-981C-5C5A42F44A6B}" srcOrd="0" destOrd="0" presId="urn:microsoft.com/office/officeart/2008/layout/HorizontalMultiLevelHierarchy"/>
    <dgm:cxn modelId="{CCF83CEA-FCDC-4450-8C8C-A41C853759DB}" type="presOf" srcId="{4062CEC0-23AD-4DBD-AFCA-6DAD2ED473BE}" destId="{F87CC44B-5731-498E-8414-025145959895}" srcOrd="0" destOrd="0" presId="urn:microsoft.com/office/officeart/2008/layout/HorizontalMultiLevelHierarchy"/>
    <dgm:cxn modelId="{7BFA5EEE-7CDC-49D6-B621-056604E0255F}" type="presOf" srcId="{011A0541-A1F1-449D-974B-493D669D1C51}" destId="{B2A2143C-2E34-4504-99AF-5DDAABB1AF25}" srcOrd="0" destOrd="0" presId="urn:microsoft.com/office/officeart/2008/layout/HorizontalMultiLevelHierarchy"/>
    <dgm:cxn modelId="{890D6BF1-B759-43B7-AD9E-D808E73AC93A}" type="presOf" srcId="{FB3474B8-3FFF-4DF7-8B1E-4CA3BDACFFC9}" destId="{46EDDB61-0DD6-4909-8CC0-E9F6E970FA93}" srcOrd="0" destOrd="0" presId="urn:microsoft.com/office/officeart/2008/layout/HorizontalMultiLevelHierarchy"/>
    <dgm:cxn modelId="{C8D561F4-B480-4D5F-A214-AF37B14CE9C2}" srcId="{DA191412-0125-4385-BADC-BC80DFE072A3}" destId="{4062CEC0-23AD-4DBD-AFCA-6DAD2ED473BE}" srcOrd="1" destOrd="0" parTransId="{993BD053-0A41-48BB-932D-15309E496484}" sibTransId="{6EF2DC17-CCC0-41B7-B1E0-B3ABB9154765}"/>
    <dgm:cxn modelId="{1A78F0FA-16CB-4DC1-8843-741D13413DD3}" type="presOf" srcId="{922DD8F0-6E1F-486E-896E-FA668126538E}" destId="{6C686F3C-03FD-423E-B85A-5046C7DCA19E}" srcOrd="0" destOrd="0" presId="urn:microsoft.com/office/officeart/2008/layout/HorizontalMultiLevelHierarchy"/>
    <dgm:cxn modelId="{326063FF-1184-445B-A37F-15CB6EC899AB}" type="presOf" srcId="{45E2BF20-284B-4894-B4EF-74FDF0E6D007}" destId="{CD08C16D-0E0B-41EF-964F-5D7FCA0D96E4}" srcOrd="0" destOrd="0" presId="urn:microsoft.com/office/officeart/2008/layout/HorizontalMultiLevelHierarchy"/>
    <dgm:cxn modelId="{535FE8F8-F70A-47AE-9D43-B976364288C1}" type="presParOf" srcId="{045927EC-DB58-47A5-9104-0FBCE7840A4E}" destId="{569E0737-51C6-45F2-9BA9-86D5B8E707AF}" srcOrd="0" destOrd="0" presId="urn:microsoft.com/office/officeart/2008/layout/HorizontalMultiLevelHierarchy"/>
    <dgm:cxn modelId="{A3664AA6-3C15-41EF-82D7-302B794CF5A4}" type="presParOf" srcId="{569E0737-51C6-45F2-9BA9-86D5B8E707AF}" destId="{C0F36EFD-EFDF-48A9-A961-B68917D8F109}" srcOrd="0" destOrd="0" presId="urn:microsoft.com/office/officeart/2008/layout/HorizontalMultiLevelHierarchy"/>
    <dgm:cxn modelId="{D956153D-41A8-47CB-B543-006D4894D0C1}" type="presParOf" srcId="{569E0737-51C6-45F2-9BA9-86D5B8E707AF}" destId="{819D6C6B-B13C-4F70-AF6F-0DDE1FD451C1}" srcOrd="1" destOrd="0" presId="urn:microsoft.com/office/officeart/2008/layout/HorizontalMultiLevelHierarchy"/>
    <dgm:cxn modelId="{CD5E0998-B913-4EE2-9FD9-0B3104F3E568}" type="presParOf" srcId="{819D6C6B-B13C-4F70-AF6F-0DDE1FD451C1}" destId="{04C9AC63-00DB-47DD-809D-313B06DD4A0D}" srcOrd="0" destOrd="0" presId="urn:microsoft.com/office/officeart/2008/layout/HorizontalMultiLevelHierarchy"/>
    <dgm:cxn modelId="{8F82B78F-1359-4409-AB94-F7BF6979FA1B}" type="presParOf" srcId="{04C9AC63-00DB-47DD-809D-313B06DD4A0D}" destId="{24243749-4D22-40C3-8DCF-B16A62879B4E}" srcOrd="0" destOrd="0" presId="urn:microsoft.com/office/officeart/2008/layout/HorizontalMultiLevelHierarchy"/>
    <dgm:cxn modelId="{723263AD-0BD8-4AD7-A2C1-E9CB787352C1}" type="presParOf" srcId="{819D6C6B-B13C-4F70-AF6F-0DDE1FD451C1}" destId="{8A37E1A5-7535-449F-8926-31FB3BB0182B}" srcOrd="1" destOrd="0" presId="urn:microsoft.com/office/officeart/2008/layout/HorizontalMultiLevelHierarchy"/>
    <dgm:cxn modelId="{CF589D85-34B8-423B-A2D2-BF30FFC96F4E}" type="presParOf" srcId="{8A37E1A5-7535-449F-8926-31FB3BB0182B}" destId="{7BD6FE5D-CC99-4B75-B41D-D40E4CBCB151}" srcOrd="0" destOrd="0" presId="urn:microsoft.com/office/officeart/2008/layout/HorizontalMultiLevelHierarchy"/>
    <dgm:cxn modelId="{379558F5-B6AD-4837-AFA9-44503DE95E12}" type="presParOf" srcId="{8A37E1A5-7535-449F-8926-31FB3BB0182B}" destId="{5A369CDE-4BA2-4D18-AC5C-082E7A074E29}" srcOrd="1" destOrd="0" presId="urn:microsoft.com/office/officeart/2008/layout/HorizontalMultiLevelHierarchy"/>
    <dgm:cxn modelId="{537BBDB9-9D84-4E7C-90C4-5C18CE0C59E3}" type="presParOf" srcId="{5A369CDE-4BA2-4D18-AC5C-082E7A074E29}" destId="{4881DFE7-51F8-4A6F-A477-AE6A65186F12}" srcOrd="0" destOrd="0" presId="urn:microsoft.com/office/officeart/2008/layout/HorizontalMultiLevelHierarchy"/>
    <dgm:cxn modelId="{0C146034-4B5B-41EB-9F15-51622DD45026}" type="presParOf" srcId="{4881DFE7-51F8-4A6F-A477-AE6A65186F12}" destId="{C7629B48-63B3-457A-AE84-4840AAF4AA8D}" srcOrd="0" destOrd="0" presId="urn:microsoft.com/office/officeart/2008/layout/HorizontalMultiLevelHierarchy"/>
    <dgm:cxn modelId="{9A989587-58A1-4529-B284-0A60448CD8E6}" type="presParOf" srcId="{5A369CDE-4BA2-4D18-AC5C-082E7A074E29}" destId="{BEC33A04-A28B-41BC-8581-2413AD148D51}" srcOrd="1" destOrd="0" presId="urn:microsoft.com/office/officeart/2008/layout/HorizontalMultiLevelHierarchy"/>
    <dgm:cxn modelId="{A327AE23-2FAA-4512-8CB9-6F2A25C96FF5}" type="presParOf" srcId="{BEC33A04-A28B-41BC-8581-2413AD148D51}" destId="{22F8308A-FCFF-4DD0-8F71-5C2FD802CC27}" srcOrd="0" destOrd="0" presId="urn:microsoft.com/office/officeart/2008/layout/HorizontalMultiLevelHierarchy"/>
    <dgm:cxn modelId="{6EE409BF-FF00-4326-BD11-2DD409AF8991}" type="presParOf" srcId="{BEC33A04-A28B-41BC-8581-2413AD148D51}" destId="{6DCDE9B1-AF43-4405-9465-309070F7B952}" srcOrd="1" destOrd="0" presId="urn:microsoft.com/office/officeart/2008/layout/HorizontalMultiLevelHierarchy"/>
    <dgm:cxn modelId="{439046C2-1625-4B72-9FB7-A8D74B9E9C4B}" type="presParOf" srcId="{5A369CDE-4BA2-4D18-AC5C-082E7A074E29}" destId="{D1A8BD93-9D18-4554-96FA-D2B026EC74B2}" srcOrd="2" destOrd="0" presId="urn:microsoft.com/office/officeart/2008/layout/HorizontalMultiLevelHierarchy"/>
    <dgm:cxn modelId="{9115E7AF-466B-4688-8492-1CB1EBC1EAC4}" type="presParOf" srcId="{D1A8BD93-9D18-4554-96FA-D2B026EC74B2}" destId="{6DAC0499-CDBD-4F74-A483-5B02CC2FD321}" srcOrd="0" destOrd="0" presId="urn:microsoft.com/office/officeart/2008/layout/HorizontalMultiLevelHierarchy"/>
    <dgm:cxn modelId="{DFC27B19-A4AE-4413-BE7A-70C4BD07636F}" type="presParOf" srcId="{5A369CDE-4BA2-4D18-AC5C-082E7A074E29}" destId="{728A551C-F2AC-4059-98EC-0BC81EBF434C}" srcOrd="3" destOrd="0" presId="urn:microsoft.com/office/officeart/2008/layout/HorizontalMultiLevelHierarchy"/>
    <dgm:cxn modelId="{9E089E5C-E310-4AC2-9894-6968C85E1A19}" type="presParOf" srcId="{728A551C-F2AC-4059-98EC-0BC81EBF434C}" destId="{96FC66FD-190A-410A-981C-5C5A42F44A6B}" srcOrd="0" destOrd="0" presId="urn:microsoft.com/office/officeart/2008/layout/HorizontalMultiLevelHierarchy"/>
    <dgm:cxn modelId="{30BF08F6-399E-4B70-A713-7338214609EC}" type="presParOf" srcId="{728A551C-F2AC-4059-98EC-0BC81EBF434C}" destId="{510E1F54-565B-4D1A-9728-904F98003ACC}" srcOrd="1" destOrd="0" presId="urn:microsoft.com/office/officeart/2008/layout/HorizontalMultiLevelHierarchy"/>
    <dgm:cxn modelId="{819D144F-C283-468D-B045-2EE51D1E18F4}" type="presParOf" srcId="{819D6C6B-B13C-4F70-AF6F-0DDE1FD451C1}" destId="{D7EF3A92-5C26-4C67-8AFE-29DD114FFFA8}" srcOrd="2" destOrd="0" presId="urn:microsoft.com/office/officeart/2008/layout/HorizontalMultiLevelHierarchy"/>
    <dgm:cxn modelId="{7F4D9B6A-AF4A-446D-989D-011C002EC680}" type="presParOf" srcId="{D7EF3A92-5C26-4C67-8AFE-29DD114FFFA8}" destId="{DAE39521-3DF6-4F5C-A48B-3EA8EBBE5C0C}" srcOrd="0" destOrd="0" presId="urn:microsoft.com/office/officeart/2008/layout/HorizontalMultiLevelHierarchy"/>
    <dgm:cxn modelId="{C668E766-2C10-41B9-BE15-419439FA140A}" type="presParOf" srcId="{819D6C6B-B13C-4F70-AF6F-0DDE1FD451C1}" destId="{0EC96A62-CF15-4427-AB0C-2D89EA3818A4}" srcOrd="3" destOrd="0" presId="urn:microsoft.com/office/officeart/2008/layout/HorizontalMultiLevelHierarchy"/>
    <dgm:cxn modelId="{4B8446BD-E433-417C-87F0-E7561D344F0C}" type="presParOf" srcId="{0EC96A62-CF15-4427-AB0C-2D89EA3818A4}" destId="{F87CC44B-5731-498E-8414-025145959895}" srcOrd="0" destOrd="0" presId="urn:microsoft.com/office/officeart/2008/layout/HorizontalMultiLevelHierarchy"/>
    <dgm:cxn modelId="{1F57B900-DE7B-413A-A4EC-0649367B3E93}" type="presParOf" srcId="{0EC96A62-CF15-4427-AB0C-2D89EA3818A4}" destId="{E546CE9D-A420-489D-BC99-030EED96A4CD}" srcOrd="1" destOrd="0" presId="urn:microsoft.com/office/officeart/2008/layout/HorizontalMultiLevelHierarchy"/>
    <dgm:cxn modelId="{F44AD28B-DF49-4BFB-B527-1623840A3C2D}" type="presParOf" srcId="{E546CE9D-A420-489D-BC99-030EED96A4CD}" destId="{CD08C16D-0E0B-41EF-964F-5D7FCA0D96E4}" srcOrd="0" destOrd="0" presId="urn:microsoft.com/office/officeart/2008/layout/HorizontalMultiLevelHierarchy"/>
    <dgm:cxn modelId="{F530A3A2-395D-4979-995B-A2CC46CF55A2}" type="presParOf" srcId="{CD08C16D-0E0B-41EF-964F-5D7FCA0D96E4}" destId="{CC083BB2-D1FD-4A16-A466-837A2F49A710}" srcOrd="0" destOrd="0" presId="urn:microsoft.com/office/officeart/2008/layout/HorizontalMultiLevelHierarchy"/>
    <dgm:cxn modelId="{6EA628E1-80FD-47AE-9DC9-1F7192960EB2}" type="presParOf" srcId="{E546CE9D-A420-489D-BC99-030EED96A4CD}" destId="{2ADE1EA0-B5B8-4A24-96A8-ED4EDFF3ECD7}" srcOrd="1" destOrd="0" presId="urn:microsoft.com/office/officeart/2008/layout/HorizontalMultiLevelHierarchy"/>
    <dgm:cxn modelId="{C5776AAC-342C-47D8-8573-21BBC1A77FCE}" type="presParOf" srcId="{2ADE1EA0-B5B8-4A24-96A8-ED4EDFF3ECD7}" destId="{CD1E07AF-580A-458A-A4E2-19029A85016E}" srcOrd="0" destOrd="0" presId="urn:microsoft.com/office/officeart/2008/layout/HorizontalMultiLevelHierarchy"/>
    <dgm:cxn modelId="{FAF4080F-7EE6-43C2-B4D9-63A6AAEBFFF6}" type="presParOf" srcId="{2ADE1EA0-B5B8-4A24-96A8-ED4EDFF3ECD7}" destId="{3ABC291E-3683-4CF0-95D0-B16F35B4A721}" srcOrd="1" destOrd="0" presId="urn:microsoft.com/office/officeart/2008/layout/HorizontalMultiLevelHierarchy"/>
    <dgm:cxn modelId="{403718BB-629C-4C18-B742-A2189E0667E2}" type="presParOf" srcId="{E546CE9D-A420-489D-BC99-030EED96A4CD}" destId="{A2C307C3-4CA4-4160-AE45-E33CA796AF86}" srcOrd="2" destOrd="0" presId="urn:microsoft.com/office/officeart/2008/layout/HorizontalMultiLevelHierarchy"/>
    <dgm:cxn modelId="{9DE6F23D-ECF6-4A28-ADE3-5358A69120F1}" type="presParOf" srcId="{A2C307C3-4CA4-4160-AE45-E33CA796AF86}" destId="{5E706438-F928-4FD4-8B1A-F8861E0988B0}" srcOrd="0" destOrd="0" presId="urn:microsoft.com/office/officeart/2008/layout/HorizontalMultiLevelHierarchy"/>
    <dgm:cxn modelId="{E2CCF58D-65B2-450D-B5BF-25ABAD1ED443}" type="presParOf" srcId="{E546CE9D-A420-489D-BC99-030EED96A4CD}" destId="{16804261-28DC-4324-AA7E-449C38ACDD50}" srcOrd="3" destOrd="0" presId="urn:microsoft.com/office/officeart/2008/layout/HorizontalMultiLevelHierarchy"/>
    <dgm:cxn modelId="{B7B41467-F672-4B7A-B131-31D89269DC24}" type="presParOf" srcId="{16804261-28DC-4324-AA7E-449C38ACDD50}" destId="{46EDDB61-0DD6-4909-8CC0-E9F6E970FA93}" srcOrd="0" destOrd="0" presId="urn:microsoft.com/office/officeart/2008/layout/HorizontalMultiLevelHierarchy"/>
    <dgm:cxn modelId="{898605AD-94F7-4E74-8429-BB46072EBF91}" type="presParOf" srcId="{16804261-28DC-4324-AA7E-449C38ACDD50}" destId="{DDD38724-44E6-464B-AEC5-E7822BF509F9}" srcOrd="1" destOrd="0" presId="urn:microsoft.com/office/officeart/2008/layout/HorizontalMultiLevelHierarchy"/>
    <dgm:cxn modelId="{0C57700A-4DDD-405D-9B7B-98A3EDC8D339}" type="presParOf" srcId="{819D6C6B-B13C-4F70-AF6F-0DDE1FD451C1}" destId="{86FCD641-6596-4729-B493-445624DB545A}" srcOrd="4" destOrd="0" presId="urn:microsoft.com/office/officeart/2008/layout/HorizontalMultiLevelHierarchy"/>
    <dgm:cxn modelId="{92D2E255-F474-4B29-8235-2540A34F0CB2}" type="presParOf" srcId="{86FCD641-6596-4729-B493-445624DB545A}" destId="{E6469CD7-A166-4011-8299-45C605545DE9}" srcOrd="0" destOrd="0" presId="urn:microsoft.com/office/officeart/2008/layout/HorizontalMultiLevelHierarchy"/>
    <dgm:cxn modelId="{457535AB-742C-4481-9F03-A928786B3093}" type="presParOf" srcId="{819D6C6B-B13C-4F70-AF6F-0DDE1FD451C1}" destId="{0B3862FD-A106-4B41-ACE8-095742F7208D}" srcOrd="5" destOrd="0" presId="urn:microsoft.com/office/officeart/2008/layout/HorizontalMultiLevelHierarchy"/>
    <dgm:cxn modelId="{46DDF521-C38A-408A-8AAB-604CA3617A90}" type="presParOf" srcId="{0B3862FD-A106-4B41-ACE8-095742F7208D}" destId="{499742C5-98E7-4255-91BD-0F76B08CD2A5}" srcOrd="0" destOrd="0" presId="urn:microsoft.com/office/officeart/2008/layout/HorizontalMultiLevelHierarchy"/>
    <dgm:cxn modelId="{9904EEFE-C23E-42CB-A098-92A635E0EC69}" type="presParOf" srcId="{0B3862FD-A106-4B41-ACE8-095742F7208D}" destId="{340ED990-9363-4FFE-BAEC-33BF5DAA2B7B}" srcOrd="1" destOrd="0" presId="urn:microsoft.com/office/officeart/2008/layout/HorizontalMultiLevelHierarchy"/>
    <dgm:cxn modelId="{28545A11-EA1D-4D0B-AB42-89988C30512A}" type="presParOf" srcId="{340ED990-9363-4FFE-BAEC-33BF5DAA2B7B}" destId="{5D52586F-8843-4BD7-B454-A1506822502C}" srcOrd="0" destOrd="0" presId="urn:microsoft.com/office/officeart/2008/layout/HorizontalMultiLevelHierarchy"/>
    <dgm:cxn modelId="{FDF3E8DB-E8EF-473A-AC9B-B3E5AB923C90}" type="presParOf" srcId="{5D52586F-8843-4BD7-B454-A1506822502C}" destId="{E8AC0BB5-C09E-457C-AEBB-B2FA318DE35E}" srcOrd="0" destOrd="0" presId="urn:microsoft.com/office/officeart/2008/layout/HorizontalMultiLevelHierarchy"/>
    <dgm:cxn modelId="{91FBC6C4-CAF5-4B57-8E0E-A166FEC13B83}" type="presParOf" srcId="{340ED990-9363-4FFE-BAEC-33BF5DAA2B7B}" destId="{B63719FF-C8EA-4FC5-AC6A-406AA9774A63}" srcOrd="1" destOrd="0" presId="urn:microsoft.com/office/officeart/2008/layout/HorizontalMultiLevelHierarchy"/>
    <dgm:cxn modelId="{E51A2305-0AC7-42F5-BC5F-DAC731AC13A8}" type="presParOf" srcId="{B63719FF-C8EA-4FC5-AC6A-406AA9774A63}" destId="{FF8C9A97-7E50-40AE-B6DC-0B5B34A6608C}" srcOrd="0" destOrd="0" presId="urn:microsoft.com/office/officeart/2008/layout/HorizontalMultiLevelHierarchy"/>
    <dgm:cxn modelId="{F365B381-5699-41F5-929D-F13B840D24E4}" type="presParOf" srcId="{B63719FF-C8EA-4FC5-AC6A-406AA9774A63}" destId="{85482EAE-E907-49D0-95B1-83DE1F476808}" srcOrd="1" destOrd="0" presId="urn:microsoft.com/office/officeart/2008/layout/HorizontalMultiLevelHierarchy"/>
    <dgm:cxn modelId="{3F39FDE8-33BE-4137-A9BA-F5017A496841}" type="presParOf" srcId="{340ED990-9363-4FFE-BAEC-33BF5DAA2B7B}" destId="{B2A2143C-2E34-4504-99AF-5DDAABB1AF25}" srcOrd="2" destOrd="0" presId="urn:microsoft.com/office/officeart/2008/layout/HorizontalMultiLevelHierarchy"/>
    <dgm:cxn modelId="{C963625F-261D-43F5-8BE9-31C227635C94}" type="presParOf" srcId="{B2A2143C-2E34-4504-99AF-5DDAABB1AF25}" destId="{D006CFA3-6439-4405-8E6E-4FE0D3F7CF11}" srcOrd="0" destOrd="0" presId="urn:microsoft.com/office/officeart/2008/layout/HorizontalMultiLevelHierarchy"/>
    <dgm:cxn modelId="{157927C1-57B7-403D-83C3-56CBD9B28D4C}" type="presParOf" srcId="{340ED990-9363-4FFE-BAEC-33BF5DAA2B7B}" destId="{86294B06-FA94-44D3-956D-EE323BB0B9DC}" srcOrd="3" destOrd="0" presId="urn:microsoft.com/office/officeart/2008/layout/HorizontalMultiLevelHierarchy"/>
    <dgm:cxn modelId="{BC760A0A-EB42-495B-8222-67E492C0C635}" type="presParOf" srcId="{86294B06-FA94-44D3-956D-EE323BB0B9DC}" destId="{6C686F3C-03FD-423E-B85A-5046C7DCA19E}" srcOrd="0" destOrd="0" presId="urn:microsoft.com/office/officeart/2008/layout/HorizontalMultiLevelHierarchy"/>
    <dgm:cxn modelId="{14281A45-D16F-4B3C-A000-C969050F1BB9}" type="presParOf" srcId="{86294B06-FA94-44D3-956D-EE323BB0B9DC}" destId="{31B5E7AF-44C0-4989-8CAE-EFC08BCF496E}" srcOrd="1" destOrd="0" presId="urn:microsoft.com/office/officeart/2008/layout/HorizontalMultiLevelHierarchy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ED9BD724-B5C3-4E75-8D9B-57BD3B7D9875}" type="doc">
      <dgm:prSet loTypeId="urn:microsoft.com/office/officeart/2005/8/layout/chevronAccent+Icon" loCatId="process" qsTypeId="urn:microsoft.com/office/officeart/2005/8/quickstyle/simple1" qsCatId="simple" csTypeId="urn:microsoft.com/office/officeart/2005/8/colors/colorful4" csCatId="colorful" phldr="1"/>
      <dgm:spPr/>
    </dgm:pt>
    <dgm:pt modelId="{1152F254-00D9-4DBE-8CB5-52FA36083CBE}">
      <dgm:prSet phldrT="[Text]" custT="1"/>
      <dgm:spPr/>
      <dgm:t>
        <a:bodyPr/>
        <a:lstStyle/>
        <a:p>
          <a:r>
            <a:rPr lang="en-US" sz="1800" dirty="0" err="1"/>
            <a:t>Hệ</a:t>
          </a:r>
          <a:r>
            <a:rPr lang="en-US" sz="1800" dirty="0"/>
            <a:t> </a:t>
          </a:r>
          <a:r>
            <a:rPr lang="en-US" sz="1800" dirty="0" err="1"/>
            <a:t>thống</a:t>
          </a:r>
          <a:r>
            <a:rPr lang="en-US" sz="1800" dirty="0"/>
            <a:t> </a:t>
          </a:r>
          <a:r>
            <a:rPr lang="en-US" sz="1800" dirty="0" err="1"/>
            <a:t>nguồn</a:t>
          </a:r>
          <a:endParaRPr lang="en-US" sz="1800" dirty="0"/>
        </a:p>
      </dgm:t>
    </dgm:pt>
    <dgm:pt modelId="{A4D865CB-FCEB-4348-8C39-1A7A43685426}" type="parTrans" cxnId="{ADAD9A6D-8DBC-45BC-BCC4-AF7FDA350B60}">
      <dgm:prSet/>
      <dgm:spPr/>
      <dgm:t>
        <a:bodyPr/>
        <a:lstStyle/>
        <a:p>
          <a:endParaRPr lang="en-US"/>
        </a:p>
      </dgm:t>
    </dgm:pt>
    <dgm:pt modelId="{5A5C6795-AF9C-4489-8B55-F1040E280A40}" type="sibTrans" cxnId="{ADAD9A6D-8DBC-45BC-BCC4-AF7FDA350B60}">
      <dgm:prSet/>
      <dgm:spPr/>
      <dgm:t>
        <a:bodyPr/>
        <a:lstStyle/>
        <a:p>
          <a:endParaRPr lang="en-US"/>
        </a:p>
      </dgm:t>
    </dgm:pt>
    <dgm:pt modelId="{5CBA5982-0EEF-4F09-82E1-4F3FC274B4C8}">
      <dgm:prSet phldrT="[Text]" custT="1"/>
      <dgm:spPr/>
      <dgm:t>
        <a:bodyPr/>
        <a:lstStyle/>
        <a:p>
          <a:r>
            <a:rPr lang="en-US" sz="1800" dirty="0" err="1"/>
            <a:t>Tích</a:t>
          </a:r>
          <a:r>
            <a:rPr lang="en-US" sz="1800" dirty="0"/>
            <a:t> </a:t>
          </a:r>
          <a:r>
            <a:rPr lang="en-US" sz="1800" dirty="0" err="1"/>
            <a:t>hợp</a:t>
          </a:r>
          <a:endParaRPr lang="en-US" sz="1800" dirty="0"/>
        </a:p>
      </dgm:t>
    </dgm:pt>
    <dgm:pt modelId="{0F95FACC-3E1C-499A-B2AA-9FF47EC76106}" type="parTrans" cxnId="{B64610FF-B692-4939-A415-E12ECA0E91B0}">
      <dgm:prSet/>
      <dgm:spPr/>
      <dgm:t>
        <a:bodyPr/>
        <a:lstStyle/>
        <a:p>
          <a:endParaRPr lang="en-US"/>
        </a:p>
      </dgm:t>
    </dgm:pt>
    <dgm:pt modelId="{1104AFDA-5672-43CA-A3DA-A0C6849179AB}" type="sibTrans" cxnId="{B64610FF-B692-4939-A415-E12ECA0E91B0}">
      <dgm:prSet/>
      <dgm:spPr/>
      <dgm:t>
        <a:bodyPr/>
        <a:lstStyle/>
        <a:p>
          <a:endParaRPr lang="en-US"/>
        </a:p>
      </dgm:t>
    </dgm:pt>
    <dgm:pt modelId="{27C61B87-FE16-4223-9F70-B01DA9C1C1CA}">
      <dgm:prSet phldrT="[Text]" custT="1"/>
      <dgm:spPr/>
      <dgm:t>
        <a:bodyPr/>
        <a:lstStyle/>
        <a:p>
          <a:r>
            <a:rPr lang="en-US" sz="1800" dirty="0" err="1"/>
            <a:t>Hệ</a:t>
          </a:r>
          <a:r>
            <a:rPr lang="en-US" sz="1800" dirty="0"/>
            <a:t> </a:t>
          </a:r>
          <a:r>
            <a:rPr lang="en-US" sz="1800" dirty="0" err="1"/>
            <a:t>thống</a:t>
          </a:r>
          <a:r>
            <a:rPr lang="en-US" sz="1800" dirty="0"/>
            <a:t> </a:t>
          </a:r>
          <a:r>
            <a:rPr lang="en-US" sz="1800" dirty="0" err="1"/>
            <a:t>đích</a:t>
          </a:r>
          <a:endParaRPr lang="en-US" sz="1800" dirty="0"/>
        </a:p>
      </dgm:t>
    </dgm:pt>
    <dgm:pt modelId="{9B56594C-8237-4636-9E86-63F86481BE98}" type="parTrans" cxnId="{EE8F71C4-F6CC-4B2F-BE7F-95B772B328A2}">
      <dgm:prSet/>
      <dgm:spPr/>
      <dgm:t>
        <a:bodyPr/>
        <a:lstStyle/>
        <a:p>
          <a:endParaRPr lang="en-US"/>
        </a:p>
      </dgm:t>
    </dgm:pt>
    <dgm:pt modelId="{A2254D83-0EAC-46B9-9D8C-327E2E496409}" type="sibTrans" cxnId="{EE8F71C4-F6CC-4B2F-BE7F-95B772B328A2}">
      <dgm:prSet/>
      <dgm:spPr/>
      <dgm:t>
        <a:bodyPr/>
        <a:lstStyle/>
        <a:p>
          <a:endParaRPr lang="en-US"/>
        </a:p>
      </dgm:t>
    </dgm:pt>
    <dgm:pt modelId="{B626FEE2-EB38-4B6C-B060-F3E1BCE87BBD}">
      <dgm:prSet phldrT="[Text]" custT="1"/>
      <dgm:spPr/>
      <dgm:t>
        <a:bodyPr/>
        <a:lstStyle/>
        <a:p>
          <a:r>
            <a:rPr lang="en-US" sz="1800" dirty="0" err="1"/>
            <a:t>DXClan</a:t>
          </a:r>
          <a:r>
            <a:rPr lang="en-US" sz="1800" dirty="0"/>
            <a:t> (task, </a:t>
          </a:r>
          <a:r>
            <a:rPr lang="en-US" sz="1800" dirty="0" err="1"/>
            <a:t>kpi</a:t>
          </a:r>
          <a:r>
            <a:rPr lang="en-US" sz="1800" dirty="0"/>
            <a:t>)</a:t>
          </a:r>
        </a:p>
      </dgm:t>
    </dgm:pt>
    <dgm:pt modelId="{5E7E626D-4FA4-44F9-BC7D-E45AA11D5C36}" type="parTrans" cxnId="{A3A934DA-A2C1-4D90-B315-7A31803EA56C}">
      <dgm:prSet/>
      <dgm:spPr/>
      <dgm:t>
        <a:bodyPr/>
        <a:lstStyle/>
        <a:p>
          <a:endParaRPr lang="en-US"/>
        </a:p>
      </dgm:t>
    </dgm:pt>
    <dgm:pt modelId="{4014D6CB-AAF9-4DB6-95BA-974688924F94}" type="sibTrans" cxnId="{A3A934DA-A2C1-4D90-B315-7A31803EA56C}">
      <dgm:prSet/>
      <dgm:spPr/>
      <dgm:t>
        <a:bodyPr/>
        <a:lstStyle/>
        <a:p>
          <a:endParaRPr lang="en-US"/>
        </a:p>
      </dgm:t>
    </dgm:pt>
    <dgm:pt modelId="{165D5933-0BBE-402A-AB77-FBF5673A1D04}">
      <dgm:prSet phldrT="[Text]" custT="1"/>
      <dgm:spPr/>
      <dgm:t>
        <a:bodyPr/>
        <a:lstStyle/>
        <a:p>
          <a:r>
            <a:rPr lang="en-US" sz="1800" dirty="0"/>
            <a:t>Jira (task)</a:t>
          </a:r>
        </a:p>
      </dgm:t>
    </dgm:pt>
    <dgm:pt modelId="{62733F13-72FB-4103-9402-E0AF045885CB}" type="parTrans" cxnId="{6B4D97F4-1542-47D4-A05E-AEDC4111D483}">
      <dgm:prSet/>
      <dgm:spPr/>
      <dgm:t>
        <a:bodyPr/>
        <a:lstStyle/>
        <a:p>
          <a:endParaRPr lang="en-US"/>
        </a:p>
      </dgm:t>
    </dgm:pt>
    <dgm:pt modelId="{A2D85629-DB0F-4A28-BF68-F000FF287258}" type="sibTrans" cxnId="{6B4D97F4-1542-47D4-A05E-AEDC4111D483}">
      <dgm:prSet/>
      <dgm:spPr/>
      <dgm:t>
        <a:bodyPr/>
        <a:lstStyle/>
        <a:p>
          <a:endParaRPr lang="en-US"/>
        </a:p>
      </dgm:t>
    </dgm:pt>
    <dgm:pt modelId="{BD4B7564-C7F3-4AA4-8092-BFEE3BA13248}">
      <dgm:prSet phldrT="[Text]" custT="1"/>
      <dgm:spPr/>
      <dgm:t>
        <a:bodyPr/>
        <a:lstStyle/>
        <a:p>
          <a:r>
            <a:rPr lang="en-US" sz="1800" dirty="0"/>
            <a:t>Batch job</a:t>
          </a:r>
        </a:p>
      </dgm:t>
    </dgm:pt>
    <dgm:pt modelId="{B265818C-B098-4775-8570-6D03F97AA781}" type="parTrans" cxnId="{3699009F-F1BC-4B73-BE08-177C535640B6}">
      <dgm:prSet/>
      <dgm:spPr/>
      <dgm:t>
        <a:bodyPr/>
        <a:lstStyle/>
        <a:p>
          <a:endParaRPr lang="en-US"/>
        </a:p>
      </dgm:t>
    </dgm:pt>
    <dgm:pt modelId="{2D826837-BFD4-4B21-ADD0-E8BD3A4B734A}" type="sibTrans" cxnId="{3699009F-F1BC-4B73-BE08-177C535640B6}">
      <dgm:prSet/>
      <dgm:spPr/>
      <dgm:t>
        <a:bodyPr/>
        <a:lstStyle/>
        <a:p>
          <a:endParaRPr lang="en-US"/>
        </a:p>
      </dgm:t>
    </dgm:pt>
    <dgm:pt modelId="{AEF9836F-323E-441C-97E6-59F1EC96A694}">
      <dgm:prSet phldrT="[Text]" custT="1"/>
      <dgm:spPr/>
      <dgm:t>
        <a:bodyPr/>
        <a:lstStyle/>
        <a:p>
          <a:r>
            <a:rPr lang="en-US" sz="1800" dirty="0"/>
            <a:t>API</a:t>
          </a:r>
        </a:p>
      </dgm:t>
    </dgm:pt>
    <dgm:pt modelId="{09274BBF-9877-4B4A-9644-066A4349E693}" type="parTrans" cxnId="{D061D706-87BF-4205-A37D-F031E9E6CB1A}">
      <dgm:prSet/>
      <dgm:spPr/>
      <dgm:t>
        <a:bodyPr/>
        <a:lstStyle/>
        <a:p>
          <a:endParaRPr lang="en-US"/>
        </a:p>
      </dgm:t>
    </dgm:pt>
    <dgm:pt modelId="{D361038C-3081-490C-B754-5418851879BB}" type="sibTrans" cxnId="{D061D706-87BF-4205-A37D-F031E9E6CB1A}">
      <dgm:prSet/>
      <dgm:spPr/>
      <dgm:t>
        <a:bodyPr/>
        <a:lstStyle/>
        <a:p>
          <a:endParaRPr lang="en-US"/>
        </a:p>
      </dgm:t>
    </dgm:pt>
    <dgm:pt modelId="{47E28824-E7DC-47FA-901A-CC2A0EDCE301}">
      <dgm:prSet phldrT="[Text]" custT="1"/>
      <dgm:spPr/>
      <dgm:t>
        <a:bodyPr/>
        <a:lstStyle/>
        <a:p>
          <a:r>
            <a:rPr lang="en-US" sz="1800" dirty="0"/>
            <a:t>Task, </a:t>
          </a:r>
          <a:r>
            <a:rPr lang="en-US" sz="1800" dirty="0" err="1"/>
            <a:t>Kpi</a:t>
          </a:r>
          <a:endParaRPr lang="en-US" sz="1800" dirty="0"/>
        </a:p>
      </dgm:t>
    </dgm:pt>
    <dgm:pt modelId="{4C459843-762E-4CA7-87B1-2D5E534837E6}" type="parTrans" cxnId="{91365C2F-ECB2-4FB1-A21F-33AB00B4C6C1}">
      <dgm:prSet/>
      <dgm:spPr/>
      <dgm:t>
        <a:bodyPr/>
        <a:lstStyle/>
        <a:p>
          <a:endParaRPr lang="en-US"/>
        </a:p>
      </dgm:t>
    </dgm:pt>
    <dgm:pt modelId="{861989A0-368B-437C-BF06-9CE1E982A2EF}" type="sibTrans" cxnId="{91365C2F-ECB2-4FB1-A21F-33AB00B4C6C1}">
      <dgm:prSet/>
      <dgm:spPr/>
      <dgm:t>
        <a:bodyPr/>
        <a:lstStyle/>
        <a:p>
          <a:endParaRPr lang="en-US"/>
        </a:p>
      </dgm:t>
    </dgm:pt>
    <dgm:pt modelId="{DFF8689C-3700-4D6F-A393-2319491800BF}">
      <dgm:prSet phldrT="[Text]" custT="1"/>
      <dgm:spPr/>
      <dgm:t>
        <a:bodyPr/>
        <a:lstStyle/>
        <a:p>
          <a:r>
            <a:rPr lang="en-US" sz="1800" dirty="0" err="1"/>
            <a:t>Tính</a:t>
          </a:r>
          <a:r>
            <a:rPr lang="en-US" sz="1800" dirty="0"/>
            <a:t> </a:t>
          </a:r>
          <a:r>
            <a:rPr lang="en-US" sz="1800" dirty="0" err="1"/>
            <a:t>lương</a:t>
          </a:r>
          <a:r>
            <a:rPr lang="en-US" sz="1800" dirty="0"/>
            <a:t> </a:t>
          </a:r>
          <a:r>
            <a:rPr lang="en-US" sz="1800" dirty="0" err="1"/>
            <a:t>thưởng</a:t>
          </a:r>
          <a:endParaRPr lang="en-US" sz="1800" dirty="0"/>
        </a:p>
      </dgm:t>
    </dgm:pt>
    <dgm:pt modelId="{5134ED91-0EFD-4744-BF20-F3DC0F2F919A}" type="parTrans" cxnId="{E4332814-D1AA-41CE-8A6A-F1DF445412F8}">
      <dgm:prSet/>
      <dgm:spPr/>
      <dgm:t>
        <a:bodyPr/>
        <a:lstStyle/>
        <a:p>
          <a:endParaRPr lang="en-US"/>
        </a:p>
      </dgm:t>
    </dgm:pt>
    <dgm:pt modelId="{7952548F-034D-4CFE-BADA-629A19F098FA}" type="sibTrans" cxnId="{E4332814-D1AA-41CE-8A6A-F1DF445412F8}">
      <dgm:prSet/>
      <dgm:spPr/>
      <dgm:t>
        <a:bodyPr/>
        <a:lstStyle/>
        <a:p>
          <a:endParaRPr lang="en-US"/>
        </a:p>
      </dgm:t>
    </dgm:pt>
    <dgm:pt modelId="{275174EF-A939-4AA5-9248-93DDD09A3689}" type="pres">
      <dgm:prSet presAssocID="{ED9BD724-B5C3-4E75-8D9B-57BD3B7D9875}" presName="Name0" presStyleCnt="0">
        <dgm:presLayoutVars>
          <dgm:dir/>
          <dgm:resizeHandles val="exact"/>
        </dgm:presLayoutVars>
      </dgm:prSet>
      <dgm:spPr/>
    </dgm:pt>
    <dgm:pt modelId="{8A83D692-98BC-464E-B8CB-F6E60255F2D2}" type="pres">
      <dgm:prSet presAssocID="{1152F254-00D9-4DBE-8CB5-52FA36083CBE}" presName="composite" presStyleCnt="0"/>
      <dgm:spPr/>
    </dgm:pt>
    <dgm:pt modelId="{D1FAA74D-3946-45F7-9977-CF3BBBD9ABAC}" type="pres">
      <dgm:prSet presAssocID="{1152F254-00D9-4DBE-8CB5-52FA36083CBE}" presName="bgChev" presStyleLbl="node1" presStyleIdx="0" presStyleCnt="3" custScaleY="192733"/>
      <dgm:spPr/>
    </dgm:pt>
    <dgm:pt modelId="{8FA2410F-E9A5-4E4F-B877-E81CFE0FC17D}" type="pres">
      <dgm:prSet presAssocID="{1152F254-00D9-4DBE-8CB5-52FA36083CBE}" presName="txNode" presStyleLbl="fgAcc1" presStyleIdx="0" presStyleCnt="3" custScaleY="94366">
        <dgm:presLayoutVars>
          <dgm:bulletEnabled val="1"/>
        </dgm:presLayoutVars>
      </dgm:prSet>
      <dgm:spPr/>
    </dgm:pt>
    <dgm:pt modelId="{B417B9D8-BD19-40F2-B107-A073299B92DC}" type="pres">
      <dgm:prSet presAssocID="{5A5C6795-AF9C-4489-8B55-F1040E280A40}" presName="compositeSpace" presStyleCnt="0"/>
      <dgm:spPr/>
    </dgm:pt>
    <dgm:pt modelId="{05E03222-AF04-4B85-8331-2F529E4EEA88}" type="pres">
      <dgm:prSet presAssocID="{5CBA5982-0EEF-4F09-82E1-4F3FC274B4C8}" presName="composite" presStyleCnt="0"/>
      <dgm:spPr/>
    </dgm:pt>
    <dgm:pt modelId="{E2EE6BA8-C8BA-4154-8918-8999D64AE0F8}" type="pres">
      <dgm:prSet presAssocID="{5CBA5982-0EEF-4F09-82E1-4F3FC274B4C8}" presName="bgChev" presStyleLbl="node1" presStyleIdx="1" presStyleCnt="3" custScaleY="192733"/>
      <dgm:spPr/>
    </dgm:pt>
    <dgm:pt modelId="{D62624F0-1ED0-42C9-9F20-0C9BF9924BA4}" type="pres">
      <dgm:prSet presAssocID="{5CBA5982-0EEF-4F09-82E1-4F3FC274B4C8}" presName="txNode" presStyleLbl="fgAcc1" presStyleIdx="1" presStyleCnt="3" custScaleY="94366">
        <dgm:presLayoutVars>
          <dgm:bulletEnabled val="1"/>
        </dgm:presLayoutVars>
      </dgm:prSet>
      <dgm:spPr/>
    </dgm:pt>
    <dgm:pt modelId="{8CE8912F-B5CC-4299-BC41-FC028C2C04AD}" type="pres">
      <dgm:prSet presAssocID="{1104AFDA-5672-43CA-A3DA-A0C6849179AB}" presName="compositeSpace" presStyleCnt="0"/>
      <dgm:spPr/>
    </dgm:pt>
    <dgm:pt modelId="{2C4A11FE-09D5-4C23-9414-E602D2861CB1}" type="pres">
      <dgm:prSet presAssocID="{27C61B87-FE16-4223-9F70-B01DA9C1C1CA}" presName="composite" presStyleCnt="0"/>
      <dgm:spPr/>
    </dgm:pt>
    <dgm:pt modelId="{61A6E788-64ED-4440-81AC-8902222699CC}" type="pres">
      <dgm:prSet presAssocID="{27C61B87-FE16-4223-9F70-B01DA9C1C1CA}" presName="bgChev" presStyleLbl="node1" presStyleIdx="2" presStyleCnt="3" custScaleY="192733"/>
      <dgm:spPr/>
    </dgm:pt>
    <dgm:pt modelId="{2E49479C-40A9-4928-A12A-C98D2B362F95}" type="pres">
      <dgm:prSet presAssocID="{27C61B87-FE16-4223-9F70-B01DA9C1C1CA}" presName="txNode" presStyleLbl="fgAcc1" presStyleIdx="2" presStyleCnt="3" custScaleY="94366">
        <dgm:presLayoutVars>
          <dgm:bulletEnabled val="1"/>
        </dgm:presLayoutVars>
      </dgm:prSet>
      <dgm:spPr/>
    </dgm:pt>
  </dgm:ptLst>
  <dgm:cxnLst>
    <dgm:cxn modelId="{D061D706-87BF-4205-A37D-F031E9E6CB1A}" srcId="{5CBA5982-0EEF-4F09-82E1-4F3FC274B4C8}" destId="{AEF9836F-323E-441C-97E6-59F1EC96A694}" srcOrd="1" destOrd="0" parTransId="{09274BBF-9877-4B4A-9644-066A4349E693}" sibTransId="{D361038C-3081-490C-B754-5418851879BB}"/>
    <dgm:cxn modelId="{E4332814-D1AA-41CE-8A6A-F1DF445412F8}" srcId="{27C61B87-FE16-4223-9F70-B01DA9C1C1CA}" destId="{DFF8689C-3700-4D6F-A393-2319491800BF}" srcOrd="1" destOrd="0" parTransId="{5134ED91-0EFD-4744-BF20-F3DC0F2F919A}" sibTransId="{7952548F-034D-4CFE-BADA-629A19F098FA}"/>
    <dgm:cxn modelId="{91365C2F-ECB2-4FB1-A21F-33AB00B4C6C1}" srcId="{27C61B87-FE16-4223-9F70-B01DA9C1C1CA}" destId="{47E28824-E7DC-47FA-901A-CC2A0EDCE301}" srcOrd="0" destOrd="0" parTransId="{4C459843-762E-4CA7-87B1-2D5E534837E6}" sibTransId="{861989A0-368B-437C-BF06-9CE1E982A2EF}"/>
    <dgm:cxn modelId="{E7C98536-0DDD-4590-9050-1E73FDA13847}" type="presOf" srcId="{47E28824-E7DC-47FA-901A-CC2A0EDCE301}" destId="{2E49479C-40A9-4928-A12A-C98D2B362F95}" srcOrd="0" destOrd="1" presId="urn:microsoft.com/office/officeart/2005/8/layout/chevronAccent+Icon"/>
    <dgm:cxn modelId="{13F5325B-6F07-46D1-AEB7-E1033F2D6EEF}" type="presOf" srcId="{165D5933-0BBE-402A-AB77-FBF5673A1D04}" destId="{8FA2410F-E9A5-4E4F-B877-E81CFE0FC17D}" srcOrd="0" destOrd="2" presId="urn:microsoft.com/office/officeart/2005/8/layout/chevronAccent+Icon"/>
    <dgm:cxn modelId="{B0F86462-E08D-4BAA-A435-314522652E72}" type="presOf" srcId="{BD4B7564-C7F3-4AA4-8092-BFEE3BA13248}" destId="{D62624F0-1ED0-42C9-9F20-0C9BF9924BA4}" srcOrd="0" destOrd="1" presId="urn:microsoft.com/office/officeart/2005/8/layout/chevronAccent+Icon"/>
    <dgm:cxn modelId="{ADAD9A6D-8DBC-45BC-BCC4-AF7FDA350B60}" srcId="{ED9BD724-B5C3-4E75-8D9B-57BD3B7D9875}" destId="{1152F254-00D9-4DBE-8CB5-52FA36083CBE}" srcOrd="0" destOrd="0" parTransId="{A4D865CB-FCEB-4348-8C39-1A7A43685426}" sibTransId="{5A5C6795-AF9C-4489-8B55-F1040E280A40}"/>
    <dgm:cxn modelId="{8F53F272-A04D-4DD0-A466-16139B83DBDB}" type="presOf" srcId="{ED9BD724-B5C3-4E75-8D9B-57BD3B7D9875}" destId="{275174EF-A939-4AA5-9248-93DDD09A3689}" srcOrd="0" destOrd="0" presId="urn:microsoft.com/office/officeart/2005/8/layout/chevronAccent+Icon"/>
    <dgm:cxn modelId="{81AC497D-DBC6-4D1E-9559-9B88F9439F2F}" type="presOf" srcId="{B626FEE2-EB38-4B6C-B060-F3E1BCE87BBD}" destId="{8FA2410F-E9A5-4E4F-B877-E81CFE0FC17D}" srcOrd="0" destOrd="1" presId="urn:microsoft.com/office/officeart/2005/8/layout/chevronAccent+Icon"/>
    <dgm:cxn modelId="{F9874A85-F2FE-498F-959E-DAA111888201}" type="presOf" srcId="{27C61B87-FE16-4223-9F70-B01DA9C1C1CA}" destId="{2E49479C-40A9-4928-A12A-C98D2B362F95}" srcOrd="0" destOrd="0" presId="urn:microsoft.com/office/officeart/2005/8/layout/chevronAccent+Icon"/>
    <dgm:cxn modelId="{3699009F-F1BC-4B73-BE08-177C535640B6}" srcId="{5CBA5982-0EEF-4F09-82E1-4F3FC274B4C8}" destId="{BD4B7564-C7F3-4AA4-8092-BFEE3BA13248}" srcOrd="0" destOrd="0" parTransId="{B265818C-B098-4775-8570-6D03F97AA781}" sibTransId="{2D826837-BFD4-4B21-ADD0-E8BD3A4B734A}"/>
    <dgm:cxn modelId="{5C37B7A1-CBD4-4FE4-BC5B-B6EE34D38C2A}" type="presOf" srcId="{DFF8689C-3700-4D6F-A393-2319491800BF}" destId="{2E49479C-40A9-4928-A12A-C98D2B362F95}" srcOrd="0" destOrd="2" presId="urn:microsoft.com/office/officeart/2005/8/layout/chevronAccent+Icon"/>
    <dgm:cxn modelId="{E01125B7-A2DD-4EA4-9EC7-FC101E201377}" type="presOf" srcId="{AEF9836F-323E-441C-97E6-59F1EC96A694}" destId="{D62624F0-1ED0-42C9-9F20-0C9BF9924BA4}" srcOrd="0" destOrd="2" presId="urn:microsoft.com/office/officeart/2005/8/layout/chevronAccent+Icon"/>
    <dgm:cxn modelId="{EE8F71C4-F6CC-4B2F-BE7F-95B772B328A2}" srcId="{ED9BD724-B5C3-4E75-8D9B-57BD3B7D9875}" destId="{27C61B87-FE16-4223-9F70-B01DA9C1C1CA}" srcOrd="2" destOrd="0" parTransId="{9B56594C-8237-4636-9E86-63F86481BE98}" sibTransId="{A2254D83-0EAC-46B9-9D8C-327E2E496409}"/>
    <dgm:cxn modelId="{A3A934DA-A2C1-4D90-B315-7A31803EA56C}" srcId="{1152F254-00D9-4DBE-8CB5-52FA36083CBE}" destId="{B626FEE2-EB38-4B6C-B060-F3E1BCE87BBD}" srcOrd="0" destOrd="0" parTransId="{5E7E626D-4FA4-44F9-BC7D-E45AA11D5C36}" sibTransId="{4014D6CB-AAF9-4DB6-95BA-974688924F94}"/>
    <dgm:cxn modelId="{CA94C2F2-58D0-42C6-9873-623200958559}" type="presOf" srcId="{1152F254-00D9-4DBE-8CB5-52FA36083CBE}" destId="{8FA2410F-E9A5-4E4F-B877-E81CFE0FC17D}" srcOrd="0" destOrd="0" presId="urn:microsoft.com/office/officeart/2005/8/layout/chevronAccent+Icon"/>
    <dgm:cxn modelId="{6B4D97F4-1542-47D4-A05E-AEDC4111D483}" srcId="{1152F254-00D9-4DBE-8CB5-52FA36083CBE}" destId="{165D5933-0BBE-402A-AB77-FBF5673A1D04}" srcOrd="1" destOrd="0" parTransId="{62733F13-72FB-4103-9402-E0AF045885CB}" sibTransId="{A2D85629-DB0F-4A28-BF68-F000FF287258}"/>
    <dgm:cxn modelId="{1A2EC2F7-E186-4C6F-8370-7A38BB32574F}" type="presOf" srcId="{5CBA5982-0EEF-4F09-82E1-4F3FC274B4C8}" destId="{D62624F0-1ED0-42C9-9F20-0C9BF9924BA4}" srcOrd="0" destOrd="0" presId="urn:microsoft.com/office/officeart/2005/8/layout/chevronAccent+Icon"/>
    <dgm:cxn modelId="{B64610FF-B692-4939-A415-E12ECA0E91B0}" srcId="{ED9BD724-B5C3-4E75-8D9B-57BD3B7D9875}" destId="{5CBA5982-0EEF-4F09-82E1-4F3FC274B4C8}" srcOrd="1" destOrd="0" parTransId="{0F95FACC-3E1C-499A-B2AA-9FF47EC76106}" sibTransId="{1104AFDA-5672-43CA-A3DA-A0C6849179AB}"/>
    <dgm:cxn modelId="{77E5B5BF-2476-408C-B8C2-3AA1E7A7F30B}" type="presParOf" srcId="{275174EF-A939-4AA5-9248-93DDD09A3689}" destId="{8A83D692-98BC-464E-B8CB-F6E60255F2D2}" srcOrd="0" destOrd="0" presId="urn:microsoft.com/office/officeart/2005/8/layout/chevronAccent+Icon"/>
    <dgm:cxn modelId="{E91CF793-76EE-45A1-BF98-A0F6AFBB27C8}" type="presParOf" srcId="{8A83D692-98BC-464E-B8CB-F6E60255F2D2}" destId="{D1FAA74D-3946-45F7-9977-CF3BBBD9ABAC}" srcOrd="0" destOrd="0" presId="urn:microsoft.com/office/officeart/2005/8/layout/chevronAccent+Icon"/>
    <dgm:cxn modelId="{0BB22E90-FFE6-4228-BDB9-15BCBD5DC8FB}" type="presParOf" srcId="{8A83D692-98BC-464E-B8CB-F6E60255F2D2}" destId="{8FA2410F-E9A5-4E4F-B877-E81CFE0FC17D}" srcOrd="1" destOrd="0" presId="urn:microsoft.com/office/officeart/2005/8/layout/chevronAccent+Icon"/>
    <dgm:cxn modelId="{B5113688-6F0B-4942-BD53-9C1BAFEE9686}" type="presParOf" srcId="{275174EF-A939-4AA5-9248-93DDD09A3689}" destId="{B417B9D8-BD19-40F2-B107-A073299B92DC}" srcOrd="1" destOrd="0" presId="urn:microsoft.com/office/officeart/2005/8/layout/chevronAccent+Icon"/>
    <dgm:cxn modelId="{8F85E0AB-B4FF-445D-AD2C-3E2F32741DEC}" type="presParOf" srcId="{275174EF-A939-4AA5-9248-93DDD09A3689}" destId="{05E03222-AF04-4B85-8331-2F529E4EEA88}" srcOrd="2" destOrd="0" presId="urn:microsoft.com/office/officeart/2005/8/layout/chevronAccent+Icon"/>
    <dgm:cxn modelId="{AF2A4B7C-3854-4F2D-924F-3474BCD98744}" type="presParOf" srcId="{05E03222-AF04-4B85-8331-2F529E4EEA88}" destId="{E2EE6BA8-C8BA-4154-8918-8999D64AE0F8}" srcOrd="0" destOrd="0" presId="urn:microsoft.com/office/officeart/2005/8/layout/chevronAccent+Icon"/>
    <dgm:cxn modelId="{564EA077-D1AD-4F3F-BA12-B9D324648715}" type="presParOf" srcId="{05E03222-AF04-4B85-8331-2F529E4EEA88}" destId="{D62624F0-1ED0-42C9-9F20-0C9BF9924BA4}" srcOrd="1" destOrd="0" presId="urn:microsoft.com/office/officeart/2005/8/layout/chevronAccent+Icon"/>
    <dgm:cxn modelId="{5BDF51AB-641E-4EA5-8B8E-AF69846BB426}" type="presParOf" srcId="{275174EF-A939-4AA5-9248-93DDD09A3689}" destId="{8CE8912F-B5CC-4299-BC41-FC028C2C04AD}" srcOrd="3" destOrd="0" presId="urn:microsoft.com/office/officeart/2005/8/layout/chevronAccent+Icon"/>
    <dgm:cxn modelId="{B020E08D-9B91-48AE-8C99-72B4891FCBE9}" type="presParOf" srcId="{275174EF-A939-4AA5-9248-93DDD09A3689}" destId="{2C4A11FE-09D5-4C23-9414-E602D2861CB1}" srcOrd="4" destOrd="0" presId="urn:microsoft.com/office/officeart/2005/8/layout/chevronAccent+Icon"/>
    <dgm:cxn modelId="{28437E59-0860-49ED-9811-20049BEC0DD3}" type="presParOf" srcId="{2C4A11FE-09D5-4C23-9414-E602D2861CB1}" destId="{61A6E788-64ED-4440-81AC-8902222699CC}" srcOrd="0" destOrd="0" presId="urn:microsoft.com/office/officeart/2005/8/layout/chevronAccent+Icon"/>
    <dgm:cxn modelId="{E8F703EA-2013-46F4-960C-EB75560821E6}" type="presParOf" srcId="{2C4A11FE-09D5-4C23-9414-E602D2861CB1}" destId="{2E49479C-40A9-4928-A12A-C98D2B362F95}" srcOrd="1" destOrd="0" presId="urn:microsoft.com/office/officeart/2005/8/layout/chevronAccent+Icon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12D7DE-CF03-4BF4-A558-0A7431C1EFC7}">
      <dsp:nvSpPr>
        <dsp:cNvPr id="0" name=""/>
        <dsp:cNvSpPr/>
      </dsp:nvSpPr>
      <dsp:spPr>
        <a:xfrm rot="5400000">
          <a:off x="-277910" y="281144"/>
          <a:ext cx="1852736" cy="1296915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công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việc</a:t>
          </a:r>
          <a:endParaRPr lang="en-US" sz="1800" b="0" kern="1200" dirty="0"/>
        </a:p>
      </dsp:txBody>
      <dsp:txXfrm rot="-5400000">
        <a:off x="1" y="651692"/>
        <a:ext cx="1296915" cy="555821"/>
      </dsp:txXfrm>
    </dsp:sp>
    <dsp:sp modelId="{D82AF360-C5F9-444F-AFC8-9AAE0D552CA5}">
      <dsp:nvSpPr>
        <dsp:cNvPr id="0" name=""/>
        <dsp:cNvSpPr/>
      </dsp:nvSpPr>
      <dsp:spPr>
        <a:xfrm rot="5400000">
          <a:off x="4419736" y="-3119587"/>
          <a:ext cx="1204278" cy="74499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công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việc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qua JIRA, SFLASH,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từng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issue</a:t>
          </a:r>
          <a:endParaRPr lang="en-US" sz="1800" kern="1200" dirty="0"/>
        </a:p>
      </dsp:txBody>
      <dsp:txXfrm rot="-5400000">
        <a:off x="1296915" y="62022"/>
        <a:ext cx="7391133" cy="1086702"/>
      </dsp:txXfrm>
    </dsp:sp>
    <dsp:sp modelId="{E20A42D6-645F-4E8D-8318-D5C4BDDDF996}">
      <dsp:nvSpPr>
        <dsp:cNvPr id="0" name=""/>
        <dsp:cNvSpPr/>
      </dsp:nvSpPr>
      <dsp:spPr>
        <a:xfrm rot="5400000">
          <a:off x="-277910" y="1942342"/>
          <a:ext cx="1852736" cy="1296915"/>
        </a:xfrm>
        <a:prstGeom prst="chevron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b="0" kern="1200" dirty="0"/>
        </a:p>
      </dsp:txBody>
      <dsp:txXfrm rot="-5400000">
        <a:off x="1" y="2312890"/>
        <a:ext cx="1296915" cy="555821"/>
      </dsp:txXfrm>
    </dsp:sp>
    <dsp:sp modelId="{8842E55F-226D-4034-BD89-55A8828AF3B8}">
      <dsp:nvSpPr>
        <dsp:cNvPr id="0" name=""/>
        <dsp:cNvSpPr/>
      </dsp:nvSpPr>
      <dsp:spPr>
        <a:xfrm rot="5400000">
          <a:off x="4419736" y="-1458389"/>
          <a:ext cx="1204278" cy="74499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4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tiêu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chí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: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tiến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,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chất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lượng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,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tuân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thủ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QLTT/ QLDA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tháng</a:t>
          </a:r>
          <a:endParaRPr lang="en-US" sz="1800" kern="1200" dirty="0"/>
        </a:p>
      </dsp:txBody>
      <dsp:txXfrm rot="-5400000">
        <a:off x="1296915" y="1723220"/>
        <a:ext cx="7391133" cy="1086702"/>
      </dsp:txXfrm>
    </dsp:sp>
    <dsp:sp modelId="{B151DCDA-431C-4A61-A255-11BE89D44F07}">
      <dsp:nvSpPr>
        <dsp:cNvPr id="0" name=""/>
        <dsp:cNvSpPr/>
      </dsp:nvSpPr>
      <dsp:spPr>
        <a:xfrm rot="5400000">
          <a:off x="-277910" y="3603540"/>
          <a:ext cx="1852736" cy="1296915"/>
        </a:xfrm>
        <a:prstGeom prst="chevron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tiền</a:t>
          </a:r>
          <a:r>
            <a:rPr lang="en-US" sz="1800" b="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b="0" kern="120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1800" b="0" kern="1200" dirty="0"/>
        </a:p>
      </dsp:txBody>
      <dsp:txXfrm rot="-5400000">
        <a:off x="1" y="3974088"/>
        <a:ext cx="1296915" cy="555821"/>
      </dsp:txXfrm>
    </dsp:sp>
    <dsp:sp modelId="{0D8D87C0-F191-42B0-BE3A-9F548B2FC9A0}">
      <dsp:nvSpPr>
        <dsp:cNvPr id="0" name=""/>
        <dsp:cNvSpPr/>
      </dsp:nvSpPr>
      <dsp:spPr>
        <a:xfrm rot="5400000">
          <a:off x="4419420" y="203125"/>
          <a:ext cx="1204911" cy="7449921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1430" rIns="11430" bIns="11430" numCol="1" spcCol="1270" anchor="ctr" anchorCtr="0">
          <a:noAutofit/>
        </a:bodyPr>
        <a:lstStyle/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giai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đoạn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theo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quý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-5400000">
        <a:off x="1296916" y="3384449"/>
        <a:ext cx="7391102" cy="108727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F355E7-7A80-4AC4-95E8-6D5E029F7BD2}">
      <dsp:nvSpPr>
        <dsp:cNvPr id="0" name=""/>
        <dsp:cNvSpPr/>
      </dsp:nvSpPr>
      <dsp:spPr>
        <a:xfrm>
          <a:off x="3651845" y="2138190"/>
          <a:ext cx="1526273" cy="152627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>
              <a:latin typeface="Verdana" panose="020B0604030504040204" pitchFamily="34" charset="0"/>
              <a:ea typeface="Verdana" panose="020B0604030504040204" pitchFamily="34" charset="0"/>
            </a:rPr>
            <a:t>VẤN ĐỀ</a:t>
          </a:r>
        </a:p>
      </dsp:txBody>
      <dsp:txXfrm>
        <a:off x="3875363" y="2361708"/>
        <a:ext cx="1079237" cy="1079237"/>
      </dsp:txXfrm>
    </dsp:sp>
    <dsp:sp modelId="{05D1F4E3-C2EF-402D-82F5-E201C742F6A4}">
      <dsp:nvSpPr>
        <dsp:cNvPr id="0" name=""/>
        <dsp:cNvSpPr/>
      </dsp:nvSpPr>
      <dsp:spPr>
        <a:xfrm rot="16200000">
          <a:off x="4253443" y="1583077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4301905" y="1735325"/>
        <a:ext cx="226155" cy="311360"/>
      </dsp:txXfrm>
    </dsp:sp>
    <dsp:sp modelId="{EE8DD6AE-D6D7-461C-94B7-9D52FC763162}">
      <dsp:nvSpPr>
        <dsp:cNvPr id="0" name=""/>
        <dsp:cNvSpPr/>
      </dsp:nvSpPr>
      <dsp:spPr>
        <a:xfrm>
          <a:off x="3651845" y="2335"/>
          <a:ext cx="1526273" cy="1526273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Chỉ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qua JIRA</a:t>
          </a:r>
        </a:p>
      </dsp:txBody>
      <dsp:txXfrm>
        <a:off x="3875363" y="225853"/>
        <a:ext cx="1079237" cy="1079237"/>
      </dsp:txXfrm>
    </dsp:sp>
    <dsp:sp modelId="{87D62D14-3DE3-4933-B9B8-BE2B5CAC9AEB}">
      <dsp:nvSpPr>
        <dsp:cNvPr id="0" name=""/>
        <dsp:cNvSpPr/>
      </dsp:nvSpPr>
      <dsp:spPr>
        <a:xfrm rot="20520000">
          <a:off x="5260406" y="2314678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262778" y="2433439"/>
        <a:ext cx="226155" cy="311360"/>
      </dsp:txXfrm>
    </dsp:sp>
    <dsp:sp modelId="{AE116BB2-6048-4478-B560-DBB5FEA51ADB}">
      <dsp:nvSpPr>
        <dsp:cNvPr id="0" name=""/>
        <dsp:cNvSpPr/>
      </dsp:nvSpPr>
      <dsp:spPr>
        <a:xfrm>
          <a:off x="5683164" y="1478175"/>
          <a:ext cx="1526273" cy="1526273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Đánh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906682" y="1701693"/>
        <a:ext cx="1079237" cy="1079237"/>
      </dsp:txXfrm>
    </dsp:sp>
    <dsp:sp modelId="{C36E4B20-103B-46C5-A8DE-CB6510E0E693}">
      <dsp:nvSpPr>
        <dsp:cNvPr id="0" name=""/>
        <dsp:cNvSpPr/>
      </dsp:nvSpPr>
      <dsp:spPr>
        <a:xfrm rot="3240000">
          <a:off x="4875780" y="3498435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4895757" y="3563015"/>
        <a:ext cx="226155" cy="311360"/>
      </dsp:txXfrm>
    </dsp:sp>
    <dsp:sp modelId="{CBC2B00A-3DC0-4424-9973-4077089CE6A3}">
      <dsp:nvSpPr>
        <dsp:cNvPr id="0" name=""/>
        <dsp:cNvSpPr/>
      </dsp:nvSpPr>
      <dsp:spPr>
        <a:xfrm>
          <a:off x="4907270" y="3866134"/>
          <a:ext cx="1526273" cy="1526273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Phân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bổ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nguồn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lực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5130788" y="4089652"/>
        <a:ext cx="1079237" cy="1079237"/>
      </dsp:txXfrm>
    </dsp:sp>
    <dsp:sp modelId="{E7FA793C-0526-40FD-AA57-604579401167}">
      <dsp:nvSpPr>
        <dsp:cNvPr id="0" name=""/>
        <dsp:cNvSpPr/>
      </dsp:nvSpPr>
      <dsp:spPr>
        <a:xfrm rot="7560000">
          <a:off x="3631105" y="3498435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10800000">
        <a:off x="3708051" y="3563015"/>
        <a:ext cx="226155" cy="311360"/>
      </dsp:txXfrm>
    </dsp:sp>
    <dsp:sp modelId="{3BE89579-6E13-450D-A6BE-106699000482}">
      <dsp:nvSpPr>
        <dsp:cNvPr id="0" name=""/>
        <dsp:cNvSpPr/>
      </dsp:nvSpPr>
      <dsp:spPr>
        <a:xfrm>
          <a:off x="2396421" y="3866134"/>
          <a:ext cx="1526273" cy="1526273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Mức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đóng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góp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2619939" y="4089652"/>
        <a:ext cx="1079237" cy="1079237"/>
      </dsp:txXfrm>
    </dsp:sp>
    <dsp:sp modelId="{9B7B5AB5-8980-4CA9-91AB-46531CC3F83C}">
      <dsp:nvSpPr>
        <dsp:cNvPr id="0" name=""/>
        <dsp:cNvSpPr/>
      </dsp:nvSpPr>
      <dsp:spPr>
        <a:xfrm rot="11880000">
          <a:off x="3246479" y="2314678"/>
          <a:ext cx="323078" cy="51893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 rot="10800000">
        <a:off x="3341030" y="2433439"/>
        <a:ext cx="226155" cy="311360"/>
      </dsp:txXfrm>
    </dsp:sp>
    <dsp:sp modelId="{EB8A85DB-2896-4AD8-ACD1-D977D370F27C}">
      <dsp:nvSpPr>
        <dsp:cNvPr id="0" name=""/>
        <dsp:cNvSpPr/>
      </dsp:nvSpPr>
      <dsp:spPr>
        <a:xfrm>
          <a:off x="1620526" y="1478175"/>
          <a:ext cx="1526273" cy="1526273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Quản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lý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tiền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844044" y="1701693"/>
        <a:ext cx="1079237" cy="10792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5197801-4302-40C0-9416-08D9055AAE3C}">
      <dsp:nvSpPr>
        <dsp:cNvPr id="0" name=""/>
        <dsp:cNvSpPr/>
      </dsp:nvSpPr>
      <dsp:spPr>
        <a:xfrm>
          <a:off x="-5868934" y="-898180"/>
          <a:ext cx="6986947" cy="6986947"/>
        </a:xfrm>
        <a:prstGeom prst="blockArc">
          <a:avLst>
            <a:gd name="adj1" fmla="val 18900000"/>
            <a:gd name="adj2" fmla="val 2700000"/>
            <a:gd name="adj3" fmla="val 309"/>
          </a:avLst>
        </a:pr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AAE8CC2-6C07-4334-909A-D0CED1BDA6C6}">
      <dsp:nvSpPr>
        <dsp:cNvPr id="0" name=""/>
        <dsp:cNvSpPr/>
      </dsp:nvSpPr>
      <dsp:spPr>
        <a:xfrm>
          <a:off x="488641" y="324307"/>
          <a:ext cx="9326663" cy="64903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>
              <a:latin typeface="+mn-lt"/>
              <a:ea typeface="Verdana" panose="020B0604030504040204" pitchFamily="34" charset="0"/>
            </a:rPr>
            <a:t>Đưa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ra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một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công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cụ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quản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lý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công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việc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,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quản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lý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đánh</a:t>
          </a:r>
          <a:r>
            <a:rPr lang="en-US" sz="3000" kern="1200" dirty="0">
              <a:latin typeface="+mn-lt"/>
              <a:ea typeface="Verdana" panose="020B0604030504040204" pitchFamily="34" charset="0"/>
            </a:rPr>
            <a:t> </a:t>
          </a:r>
          <a:r>
            <a:rPr lang="en-US" sz="3000" kern="1200" dirty="0" err="1">
              <a:latin typeface="+mn-lt"/>
              <a:ea typeface="Verdana" panose="020B0604030504040204" pitchFamily="34" charset="0"/>
            </a:rPr>
            <a:t>giá</a:t>
          </a:r>
          <a:endParaRPr lang="en-US" sz="3000" kern="1200" dirty="0">
            <a:latin typeface="+mn-lt"/>
          </a:endParaRPr>
        </a:p>
      </dsp:txBody>
      <dsp:txXfrm>
        <a:off x="488641" y="324307"/>
        <a:ext cx="9326663" cy="649030"/>
      </dsp:txXfrm>
    </dsp:sp>
    <dsp:sp modelId="{3049C38D-8C8D-417C-92D6-D272F04E1B91}">
      <dsp:nvSpPr>
        <dsp:cNvPr id="0" name=""/>
        <dsp:cNvSpPr/>
      </dsp:nvSpPr>
      <dsp:spPr>
        <a:xfrm>
          <a:off x="82997" y="243178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E0DB214-2A7D-44D8-822F-92000A9B3456}">
      <dsp:nvSpPr>
        <dsp:cNvPr id="0" name=""/>
        <dsp:cNvSpPr/>
      </dsp:nvSpPr>
      <dsp:spPr>
        <a:xfrm>
          <a:off x="953718" y="1297542"/>
          <a:ext cx="8861587" cy="649030"/>
        </a:xfrm>
        <a:prstGeom prst="rect">
          <a:avLst/>
        </a:prstGeom>
        <a:solidFill>
          <a:schemeClr val="accent4">
            <a:hueOff val="2598923"/>
            <a:satOff val="-11992"/>
            <a:lumOff val="44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Đưa</a:t>
          </a:r>
          <a:r>
            <a:rPr lang="en-US" sz="3000" kern="1200" dirty="0"/>
            <a:t> ra </a:t>
          </a:r>
          <a:r>
            <a:rPr lang="en-US" sz="3000" kern="1200" dirty="0" err="1"/>
            <a:t>kết</a:t>
          </a:r>
          <a:r>
            <a:rPr lang="en-US" sz="3000" kern="1200" dirty="0"/>
            <a:t> quả </a:t>
          </a:r>
          <a:r>
            <a:rPr lang="en-US" sz="3000" kern="1200" dirty="0" err="1"/>
            <a:t>cá</a:t>
          </a:r>
          <a:r>
            <a:rPr lang="en-US" sz="3000" kern="1200" dirty="0"/>
            <a:t> </a:t>
          </a:r>
          <a:r>
            <a:rPr lang="en-US" sz="3000" kern="1200" dirty="0" err="1"/>
            <a:t>nhân</a:t>
          </a:r>
          <a:endParaRPr lang="en-US" sz="3000" kern="1200" dirty="0"/>
        </a:p>
      </dsp:txBody>
      <dsp:txXfrm>
        <a:off x="953718" y="1297542"/>
        <a:ext cx="8861587" cy="649030"/>
      </dsp:txXfrm>
    </dsp:sp>
    <dsp:sp modelId="{D83CE9FB-0938-4831-AC3D-6CB4DDA31AFA}">
      <dsp:nvSpPr>
        <dsp:cNvPr id="0" name=""/>
        <dsp:cNvSpPr/>
      </dsp:nvSpPr>
      <dsp:spPr>
        <a:xfrm>
          <a:off x="548073" y="1216413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2598923"/>
              <a:satOff val="-11992"/>
              <a:lumOff val="44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9EFB2A-FE50-4EFA-BDCB-40ED14ED8CD1}">
      <dsp:nvSpPr>
        <dsp:cNvPr id="0" name=""/>
        <dsp:cNvSpPr/>
      </dsp:nvSpPr>
      <dsp:spPr>
        <a:xfrm>
          <a:off x="1096459" y="2270777"/>
          <a:ext cx="8718845" cy="649030"/>
        </a:xfrm>
        <a:prstGeom prst="rect">
          <a:avLst/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Thiết</a:t>
          </a:r>
          <a:r>
            <a:rPr lang="en-US" sz="3000" kern="1200" dirty="0"/>
            <a:t> </a:t>
          </a:r>
          <a:r>
            <a:rPr lang="en-US" sz="3000" kern="1200" dirty="0" err="1"/>
            <a:t>lập</a:t>
          </a:r>
          <a:r>
            <a:rPr lang="en-US" sz="3000" kern="1200" dirty="0"/>
            <a:t> </a:t>
          </a:r>
          <a:r>
            <a:rPr lang="en-US" sz="3000" kern="1200" dirty="0" err="1"/>
            <a:t>các</a:t>
          </a:r>
          <a:r>
            <a:rPr lang="en-US" sz="3000" kern="1200" dirty="0"/>
            <a:t> </a:t>
          </a:r>
          <a:r>
            <a:rPr lang="en-US" sz="3000" kern="1200" dirty="0" err="1"/>
            <a:t>công</a:t>
          </a:r>
          <a:r>
            <a:rPr lang="en-US" sz="3000" kern="1200" dirty="0"/>
            <a:t> </a:t>
          </a:r>
          <a:r>
            <a:rPr lang="en-US" sz="3000" kern="1200" dirty="0" err="1"/>
            <a:t>thức</a:t>
          </a:r>
          <a:r>
            <a:rPr lang="en-US" sz="3000" kern="1200" dirty="0"/>
            <a:t> </a:t>
          </a:r>
          <a:r>
            <a:rPr lang="en-US" sz="3000" kern="1200" dirty="0" err="1"/>
            <a:t>tính</a:t>
          </a:r>
          <a:r>
            <a:rPr lang="en-US" sz="3000" kern="1200" dirty="0"/>
            <a:t> </a:t>
          </a:r>
          <a:r>
            <a:rPr lang="en-US" sz="3000" kern="1200" dirty="0" err="1"/>
            <a:t>lương</a:t>
          </a:r>
          <a:r>
            <a:rPr lang="en-US" sz="3000" kern="1200" dirty="0"/>
            <a:t> </a:t>
          </a:r>
          <a:r>
            <a:rPr lang="en-US" sz="3000" kern="1200" dirty="0" err="1"/>
            <a:t>thưởng</a:t>
          </a:r>
          <a:endParaRPr lang="en-US" sz="3000" kern="1200" dirty="0"/>
        </a:p>
      </dsp:txBody>
      <dsp:txXfrm>
        <a:off x="1096459" y="2270777"/>
        <a:ext cx="8718845" cy="649030"/>
      </dsp:txXfrm>
    </dsp:sp>
    <dsp:sp modelId="{5EF0659C-8C18-4ED9-AF8A-7AAA02D51307}">
      <dsp:nvSpPr>
        <dsp:cNvPr id="0" name=""/>
        <dsp:cNvSpPr/>
      </dsp:nvSpPr>
      <dsp:spPr>
        <a:xfrm>
          <a:off x="690814" y="2189648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54F522-C8F5-49DE-A44E-6024E1F0B383}">
      <dsp:nvSpPr>
        <dsp:cNvPr id="0" name=""/>
        <dsp:cNvSpPr/>
      </dsp:nvSpPr>
      <dsp:spPr>
        <a:xfrm>
          <a:off x="953718" y="3244012"/>
          <a:ext cx="8861587" cy="649030"/>
        </a:xfrm>
        <a:prstGeom prst="rect">
          <a:avLst/>
        </a:prstGeom>
        <a:solidFill>
          <a:schemeClr val="accent4">
            <a:hueOff val="7796769"/>
            <a:satOff val="-35976"/>
            <a:lumOff val="132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 err="1"/>
            <a:t>Tích</a:t>
          </a:r>
          <a:r>
            <a:rPr lang="en-US" sz="3000" kern="1200" dirty="0"/>
            <a:t> </a:t>
          </a:r>
          <a:r>
            <a:rPr lang="en-US" sz="3000" kern="1200" dirty="0" err="1"/>
            <a:t>hợp</a:t>
          </a:r>
          <a:r>
            <a:rPr lang="en-US" sz="3000" kern="1200" dirty="0"/>
            <a:t> </a:t>
          </a:r>
          <a:r>
            <a:rPr lang="en-US" sz="3000" kern="1200" dirty="0" err="1"/>
            <a:t>dữ</a:t>
          </a:r>
          <a:r>
            <a:rPr lang="en-US" sz="3000" kern="1200" dirty="0"/>
            <a:t> </a:t>
          </a:r>
          <a:r>
            <a:rPr lang="en-US" sz="3000" kern="1200" dirty="0" err="1"/>
            <a:t>liệu</a:t>
          </a:r>
          <a:r>
            <a:rPr lang="en-US" sz="3000" kern="1200" dirty="0"/>
            <a:t> </a:t>
          </a:r>
          <a:r>
            <a:rPr lang="en-US" sz="3000" kern="1200" dirty="0" err="1"/>
            <a:t>từ</a:t>
          </a:r>
          <a:r>
            <a:rPr lang="en-US" sz="3000" kern="1200" dirty="0"/>
            <a:t> </a:t>
          </a:r>
          <a:r>
            <a:rPr lang="en-US" sz="3000" kern="1200" dirty="0" err="1"/>
            <a:t>DXClan</a:t>
          </a:r>
          <a:endParaRPr lang="en-US" sz="3000" kern="1200" dirty="0"/>
        </a:p>
      </dsp:txBody>
      <dsp:txXfrm>
        <a:off x="953718" y="3244012"/>
        <a:ext cx="8861587" cy="649030"/>
      </dsp:txXfrm>
    </dsp:sp>
    <dsp:sp modelId="{B2A01C5F-E451-41EA-8ECB-9296C9BD46E7}">
      <dsp:nvSpPr>
        <dsp:cNvPr id="0" name=""/>
        <dsp:cNvSpPr/>
      </dsp:nvSpPr>
      <dsp:spPr>
        <a:xfrm>
          <a:off x="548073" y="3162883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7796769"/>
              <a:satOff val="-35976"/>
              <a:lumOff val="132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CE24A5-B8CA-402E-974E-7C0274BEE845}">
      <dsp:nvSpPr>
        <dsp:cNvPr id="0" name=""/>
        <dsp:cNvSpPr/>
      </dsp:nvSpPr>
      <dsp:spPr>
        <a:xfrm>
          <a:off x="488641" y="4217247"/>
          <a:ext cx="9326663" cy="649030"/>
        </a:xfrm>
        <a:prstGeom prst="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5168" tIns="76200" rIns="76200" bIns="762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Batch job </a:t>
          </a:r>
          <a:r>
            <a:rPr lang="en-US" sz="3000" kern="1200" dirty="0" err="1"/>
            <a:t>và</a:t>
          </a:r>
          <a:r>
            <a:rPr lang="en-US" sz="3000" kern="1200" dirty="0"/>
            <a:t> </a:t>
          </a:r>
          <a:r>
            <a:rPr lang="en-US" sz="3000" kern="1200" dirty="0" err="1"/>
            <a:t>đồng</a:t>
          </a:r>
          <a:r>
            <a:rPr lang="en-US" sz="3000" kern="1200" dirty="0"/>
            <a:t> </a:t>
          </a:r>
          <a:r>
            <a:rPr lang="en-US" sz="3000" kern="1200" dirty="0" err="1"/>
            <a:t>bộ</a:t>
          </a:r>
          <a:endParaRPr lang="en-US" sz="3000" kern="1200" dirty="0"/>
        </a:p>
      </dsp:txBody>
      <dsp:txXfrm>
        <a:off x="488641" y="4217247"/>
        <a:ext cx="9326663" cy="649030"/>
      </dsp:txXfrm>
    </dsp:sp>
    <dsp:sp modelId="{57117E91-2E1D-4141-A7E6-F019348F846C}">
      <dsp:nvSpPr>
        <dsp:cNvPr id="0" name=""/>
        <dsp:cNvSpPr/>
      </dsp:nvSpPr>
      <dsp:spPr>
        <a:xfrm>
          <a:off x="82997" y="4136118"/>
          <a:ext cx="811288" cy="811288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44AC98-B987-4EA0-AF85-2E998CD00B3B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9000000"/>
            <a:gd name="adj2" fmla="val 16200000"/>
            <a:gd name="adj3" fmla="val 4637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DB6DC-C303-46AA-8199-3132617C662C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800000"/>
            <a:gd name="adj2" fmla="val 9000000"/>
            <a:gd name="adj3" fmla="val 4637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A65EFB-7C3B-4ED5-9D5E-CE783CD68747}">
      <dsp:nvSpPr>
        <dsp:cNvPr id="0" name=""/>
        <dsp:cNvSpPr/>
      </dsp:nvSpPr>
      <dsp:spPr>
        <a:xfrm>
          <a:off x="1833742" y="668065"/>
          <a:ext cx="4460515" cy="4460515"/>
        </a:xfrm>
        <a:prstGeom prst="blockArc">
          <a:avLst>
            <a:gd name="adj1" fmla="val 16200000"/>
            <a:gd name="adj2" fmla="val 1800000"/>
            <a:gd name="adj3" fmla="val 4637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AC16A7-EF4D-4D07-8810-AE50DC1C707F}">
      <dsp:nvSpPr>
        <dsp:cNvPr id="0" name=""/>
        <dsp:cNvSpPr/>
      </dsp:nvSpPr>
      <dsp:spPr>
        <a:xfrm>
          <a:off x="3038078" y="1872401"/>
          <a:ext cx="2051843" cy="205184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4290" tIns="34290" rIns="34290" bIns="3429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b="1" kern="1200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r>
            <a:rPr lang="en-US" sz="2700" b="1" kern="12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b="1" kern="1200" dirty="0" err="1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2700" kern="1200" dirty="0">
            <a:solidFill>
              <a:schemeClr val="bg1"/>
            </a:solidFill>
          </a:endParaRPr>
        </a:p>
      </dsp:txBody>
      <dsp:txXfrm>
        <a:off x="3338563" y="2172886"/>
        <a:ext cx="1450873" cy="1450873"/>
      </dsp:txXfrm>
    </dsp:sp>
    <dsp:sp modelId="{3090DAD0-65DA-44AF-8A2D-EB7076CCB43D}">
      <dsp:nvSpPr>
        <dsp:cNvPr id="0" name=""/>
        <dsp:cNvSpPr/>
      </dsp:nvSpPr>
      <dsp:spPr>
        <a:xfrm>
          <a:off x="3345854" y="1626"/>
          <a:ext cx="1436290" cy="143629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TASK</a:t>
          </a:r>
        </a:p>
      </dsp:txBody>
      <dsp:txXfrm>
        <a:off x="3556194" y="211966"/>
        <a:ext cx="1015610" cy="1015610"/>
      </dsp:txXfrm>
    </dsp:sp>
    <dsp:sp modelId="{D912A6A8-5695-4AD7-B268-2A1708559CCD}">
      <dsp:nvSpPr>
        <dsp:cNvPr id="0" name=""/>
        <dsp:cNvSpPr/>
      </dsp:nvSpPr>
      <dsp:spPr>
        <a:xfrm>
          <a:off x="5232535" y="3269453"/>
          <a:ext cx="1436290" cy="143629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KHOÁN</a:t>
          </a:r>
        </a:p>
      </dsp:txBody>
      <dsp:txXfrm>
        <a:off x="5442875" y="3479793"/>
        <a:ext cx="1015610" cy="1015610"/>
      </dsp:txXfrm>
    </dsp:sp>
    <dsp:sp modelId="{391F1647-F563-44ED-879A-8D8B475869F3}">
      <dsp:nvSpPr>
        <dsp:cNvPr id="0" name=""/>
        <dsp:cNvSpPr/>
      </dsp:nvSpPr>
      <dsp:spPr>
        <a:xfrm>
          <a:off x="1459173" y="3269453"/>
          <a:ext cx="1436290" cy="143629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KPI</a:t>
          </a:r>
        </a:p>
      </dsp:txBody>
      <dsp:txXfrm>
        <a:off x="1669513" y="3479793"/>
        <a:ext cx="1015610" cy="10156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951701-169C-46C7-8A29-29F1F7F5C300}">
      <dsp:nvSpPr>
        <dsp:cNvPr id="0" name=""/>
        <dsp:cNvSpPr/>
      </dsp:nvSpPr>
      <dsp:spPr>
        <a:xfrm>
          <a:off x="2966719" y="2897283"/>
          <a:ext cx="2194560" cy="219456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b="1" kern="1200" dirty="0" err="1">
              <a:latin typeface="Verdana" panose="020B0604030504040204" pitchFamily="34" charset="0"/>
              <a:ea typeface="Verdana" panose="020B0604030504040204" pitchFamily="34" charset="0"/>
            </a:rPr>
            <a:t>Giá</a:t>
          </a:r>
          <a:r>
            <a:rPr lang="en-US" sz="3400" b="1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3400" b="1" kern="1200" dirty="0" err="1">
              <a:latin typeface="Verdana" panose="020B0604030504040204" pitchFamily="34" charset="0"/>
              <a:ea typeface="Verdana" panose="020B0604030504040204" pitchFamily="34" charset="0"/>
            </a:rPr>
            <a:t>trị</a:t>
          </a:r>
          <a:r>
            <a:rPr lang="en-US" sz="3400" b="1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3400" b="1" kern="1200" dirty="0" err="1">
              <a:latin typeface="Verdana" panose="020B0604030504040204" pitchFamily="34" charset="0"/>
              <a:ea typeface="Verdana" panose="020B0604030504040204" pitchFamily="34" charset="0"/>
            </a:rPr>
            <a:t>đạt</a:t>
          </a:r>
          <a:r>
            <a:rPr lang="en-US" sz="3400" b="1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3400" b="1" kern="1200" dirty="0" err="1">
              <a:latin typeface="Verdana" panose="020B0604030504040204" pitchFamily="34" charset="0"/>
              <a:ea typeface="Verdana" panose="020B0604030504040204" pitchFamily="34" charset="0"/>
            </a:rPr>
            <a:t>được</a:t>
          </a:r>
          <a:endParaRPr lang="en-US" sz="3400" kern="1200" dirty="0"/>
        </a:p>
      </dsp:txBody>
      <dsp:txXfrm>
        <a:off x="3288105" y="3218669"/>
        <a:ext cx="1551788" cy="1551788"/>
      </dsp:txXfrm>
    </dsp:sp>
    <dsp:sp modelId="{6BA195BC-6FDF-40C4-B635-5A14C4EC1F3E}">
      <dsp:nvSpPr>
        <dsp:cNvPr id="0" name=""/>
        <dsp:cNvSpPr/>
      </dsp:nvSpPr>
      <dsp:spPr>
        <a:xfrm rot="11700000">
          <a:off x="1011106" y="3120762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BAF586A-DBDA-47B2-92BB-9EA5BF4CD714}">
      <dsp:nvSpPr>
        <dsp:cNvPr id="0" name=""/>
        <dsp:cNvSpPr/>
      </dsp:nvSpPr>
      <dsp:spPr>
        <a:xfrm>
          <a:off x="1365" y="2351365"/>
          <a:ext cx="2084832" cy="166786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thưởng</a:t>
          </a:r>
          <a:endParaRPr lang="en-US" sz="2700" kern="1200" dirty="0"/>
        </a:p>
      </dsp:txBody>
      <dsp:txXfrm>
        <a:off x="50215" y="2400215"/>
        <a:ext cx="1987132" cy="1570165"/>
      </dsp:txXfrm>
    </dsp:sp>
    <dsp:sp modelId="{E174098D-BC1F-4DDC-8BEB-E241328E5616}">
      <dsp:nvSpPr>
        <dsp:cNvPr id="0" name=""/>
        <dsp:cNvSpPr/>
      </dsp:nvSpPr>
      <dsp:spPr>
        <a:xfrm rot="14700000">
          <a:off x="2188905" y="1717116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BBE28-B9DA-4CAD-96F8-6DCCCF5470EF}">
      <dsp:nvSpPr>
        <dsp:cNvPr id="0" name=""/>
        <dsp:cNvSpPr/>
      </dsp:nvSpPr>
      <dsp:spPr>
        <a:xfrm>
          <a:off x="1700157" y="326823"/>
          <a:ext cx="2084832" cy="1667865"/>
        </a:xfrm>
        <a:prstGeom prst="roundRect">
          <a:avLst>
            <a:gd name="adj" fmla="val 10000"/>
          </a:avLst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Thống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kê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mức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độ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đóng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góp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endParaRPr lang="en-US" sz="2700" kern="1200" dirty="0"/>
        </a:p>
      </dsp:txBody>
      <dsp:txXfrm>
        <a:off x="1749007" y="375673"/>
        <a:ext cx="1987132" cy="1570165"/>
      </dsp:txXfrm>
    </dsp:sp>
    <dsp:sp modelId="{7E40BFBF-5234-4A0B-9F42-D2383F858447}">
      <dsp:nvSpPr>
        <dsp:cNvPr id="0" name=""/>
        <dsp:cNvSpPr/>
      </dsp:nvSpPr>
      <dsp:spPr>
        <a:xfrm rot="17700000">
          <a:off x="4021235" y="1717116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65845F-DFC5-482B-A854-3EBD37DEA16C}">
      <dsp:nvSpPr>
        <dsp:cNvPr id="0" name=""/>
        <dsp:cNvSpPr/>
      </dsp:nvSpPr>
      <dsp:spPr>
        <a:xfrm>
          <a:off x="4343010" y="326823"/>
          <a:ext cx="2084832" cy="1667865"/>
        </a:xfrm>
        <a:prstGeom prst="roundRect">
          <a:avLst>
            <a:gd name="adj" fmla="val 10000"/>
          </a:avLst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Thống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kê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dự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kiến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khoán</a:t>
          </a:r>
          <a:endParaRPr lang="en-US" sz="2700" kern="1200" dirty="0"/>
        </a:p>
      </dsp:txBody>
      <dsp:txXfrm>
        <a:off x="4391860" y="375673"/>
        <a:ext cx="1987132" cy="1570165"/>
      </dsp:txXfrm>
    </dsp:sp>
    <dsp:sp modelId="{0D1E5D22-95A8-4DE5-B1A3-ED22B2FF3768}">
      <dsp:nvSpPr>
        <dsp:cNvPr id="0" name=""/>
        <dsp:cNvSpPr/>
      </dsp:nvSpPr>
      <dsp:spPr>
        <a:xfrm rot="20700000">
          <a:off x="5199034" y="3120762"/>
          <a:ext cx="1917859" cy="625449"/>
        </a:xfrm>
        <a:prstGeom prst="leftArrow">
          <a:avLst>
            <a:gd name="adj1" fmla="val 60000"/>
            <a:gd name="adj2" fmla="val 5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26A6868-A43F-47BF-A83A-FAFF2262B475}">
      <dsp:nvSpPr>
        <dsp:cNvPr id="0" name=""/>
        <dsp:cNvSpPr/>
      </dsp:nvSpPr>
      <dsp:spPr>
        <a:xfrm>
          <a:off x="6041802" y="2351365"/>
          <a:ext cx="2084832" cy="1667865"/>
        </a:xfrm>
        <a:prstGeom prst="roundRect">
          <a:avLst>
            <a:gd name="adj" fmla="val 1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1435" tIns="51435" rIns="51435" bIns="51435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Cơ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sở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tính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và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dự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toán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quỹ</a:t>
          </a:r>
          <a:r>
            <a:rPr lang="en-US" sz="27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2700" kern="1200" dirty="0" err="1">
              <a:latin typeface="Verdana" panose="020B0604030504040204" pitchFamily="34" charset="0"/>
              <a:ea typeface="Verdana" panose="020B0604030504040204" pitchFamily="34" charset="0"/>
            </a:rPr>
            <a:t>lương</a:t>
          </a:r>
          <a:endParaRPr lang="en-US" sz="2700" kern="1200" dirty="0"/>
        </a:p>
      </dsp:txBody>
      <dsp:txXfrm>
        <a:off x="6090652" y="2400215"/>
        <a:ext cx="1987132" cy="157016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EB80FDC-7966-47B3-A3C1-F70F068F1394}">
      <dsp:nvSpPr>
        <dsp:cNvPr id="0" name=""/>
        <dsp:cNvSpPr/>
      </dsp:nvSpPr>
      <dsp:spPr>
        <a:xfrm>
          <a:off x="7923051" y="1629665"/>
          <a:ext cx="618947" cy="326965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269657"/>
              </a:lnTo>
              <a:lnTo>
                <a:pt x="618947" y="3269657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E9A50E-F69A-4C41-B815-D5B38D88D1A0}">
      <dsp:nvSpPr>
        <dsp:cNvPr id="0" name=""/>
        <dsp:cNvSpPr/>
      </dsp:nvSpPr>
      <dsp:spPr>
        <a:xfrm>
          <a:off x="7923051" y="1629665"/>
          <a:ext cx="618947" cy="2314325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314325"/>
              </a:lnTo>
              <a:lnTo>
                <a:pt x="618947" y="2314325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8A4C870-1AB9-4B13-B8AE-0770EEE93412}">
      <dsp:nvSpPr>
        <dsp:cNvPr id="0" name=""/>
        <dsp:cNvSpPr/>
      </dsp:nvSpPr>
      <dsp:spPr>
        <a:xfrm>
          <a:off x="7923051" y="1629665"/>
          <a:ext cx="618947" cy="135899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58993"/>
              </a:lnTo>
              <a:lnTo>
                <a:pt x="618947" y="1358993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F7B851-416B-4A21-9F1A-DB064267CFE4}">
      <dsp:nvSpPr>
        <dsp:cNvPr id="0" name=""/>
        <dsp:cNvSpPr/>
      </dsp:nvSpPr>
      <dsp:spPr>
        <a:xfrm>
          <a:off x="7923051" y="1629665"/>
          <a:ext cx="618947" cy="403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3661"/>
              </a:lnTo>
              <a:lnTo>
                <a:pt x="618947" y="403661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1D0363-FC3C-4FB1-8D3A-01A8B6CD6010}">
      <dsp:nvSpPr>
        <dsp:cNvPr id="0" name=""/>
        <dsp:cNvSpPr/>
      </dsp:nvSpPr>
      <dsp:spPr>
        <a:xfrm>
          <a:off x="5480900" y="674333"/>
          <a:ext cx="2442151" cy="282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281"/>
              </a:lnTo>
              <a:lnTo>
                <a:pt x="2442151" y="141281"/>
              </a:lnTo>
              <a:lnTo>
                <a:pt x="2442151" y="2825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6917B5-D457-4058-B7C5-1F413517AC8D}">
      <dsp:nvSpPr>
        <dsp:cNvPr id="0" name=""/>
        <dsp:cNvSpPr/>
      </dsp:nvSpPr>
      <dsp:spPr>
        <a:xfrm>
          <a:off x="6294950" y="2584997"/>
          <a:ext cx="618947" cy="403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3661"/>
              </a:lnTo>
              <a:lnTo>
                <a:pt x="618947" y="40366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E35C42C-F27C-4638-8E24-8ED572988618}">
      <dsp:nvSpPr>
        <dsp:cNvPr id="0" name=""/>
        <dsp:cNvSpPr/>
      </dsp:nvSpPr>
      <dsp:spPr>
        <a:xfrm>
          <a:off x="5480900" y="1629665"/>
          <a:ext cx="814050" cy="2825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41281"/>
              </a:lnTo>
              <a:lnTo>
                <a:pt x="814050" y="141281"/>
              </a:lnTo>
              <a:lnTo>
                <a:pt x="814050" y="2825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185377-CA99-49A3-AA01-CB6A43C650A4}">
      <dsp:nvSpPr>
        <dsp:cNvPr id="0" name=""/>
        <dsp:cNvSpPr/>
      </dsp:nvSpPr>
      <dsp:spPr>
        <a:xfrm>
          <a:off x="4666849" y="1629665"/>
          <a:ext cx="814050" cy="282562"/>
        </a:xfrm>
        <a:custGeom>
          <a:avLst/>
          <a:gdLst/>
          <a:ahLst/>
          <a:cxnLst/>
          <a:rect l="0" t="0" r="0" b="0"/>
          <a:pathLst>
            <a:path>
              <a:moveTo>
                <a:pt x="814050" y="0"/>
              </a:moveTo>
              <a:lnTo>
                <a:pt x="814050" y="141281"/>
              </a:lnTo>
              <a:lnTo>
                <a:pt x="0" y="141281"/>
              </a:lnTo>
              <a:lnTo>
                <a:pt x="0" y="2825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1348713-764D-4960-BAF4-2F49BB2A09DA}">
      <dsp:nvSpPr>
        <dsp:cNvPr id="0" name=""/>
        <dsp:cNvSpPr/>
      </dsp:nvSpPr>
      <dsp:spPr>
        <a:xfrm>
          <a:off x="5435180" y="674333"/>
          <a:ext cx="91440" cy="2825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5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386EE0-8203-4242-9E3E-DBFF1BADA5C7}">
      <dsp:nvSpPr>
        <dsp:cNvPr id="0" name=""/>
        <dsp:cNvSpPr/>
      </dsp:nvSpPr>
      <dsp:spPr>
        <a:xfrm>
          <a:off x="3038748" y="4495661"/>
          <a:ext cx="618947" cy="4036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03661"/>
              </a:lnTo>
              <a:lnTo>
                <a:pt x="618947" y="403661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920F17-478B-4D42-B880-87B70B4ECC34}">
      <dsp:nvSpPr>
        <dsp:cNvPr id="0" name=""/>
        <dsp:cNvSpPr/>
      </dsp:nvSpPr>
      <dsp:spPr>
        <a:xfrm>
          <a:off x="2993028" y="3540329"/>
          <a:ext cx="91440" cy="2825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5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D8EF6E-CB8F-45DF-A3CF-C407808CE962}">
      <dsp:nvSpPr>
        <dsp:cNvPr id="0" name=""/>
        <dsp:cNvSpPr/>
      </dsp:nvSpPr>
      <dsp:spPr>
        <a:xfrm>
          <a:off x="2993028" y="2584997"/>
          <a:ext cx="91440" cy="2825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562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177402E-06A5-4F48-A1FE-B9814C785075}">
      <dsp:nvSpPr>
        <dsp:cNvPr id="0" name=""/>
        <dsp:cNvSpPr/>
      </dsp:nvSpPr>
      <dsp:spPr>
        <a:xfrm>
          <a:off x="2993028" y="1629665"/>
          <a:ext cx="91440" cy="28256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282562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368548-AC65-4A0E-9724-87BCD0FA92B7}">
      <dsp:nvSpPr>
        <dsp:cNvPr id="0" name=""/>
        <dsp:cNvSpPr/>
      </dsp:nvSpPr>
      <dsp:spPr>
        <a:xfrm>
          <a:off x="3038748" y="674333"/>
          <a:ext cx="2442151" cy="282562"/>
        </a:xfrm>
        <a:custGeom>
          <a:avLst/>
          <a:gdLst/>
          <a:ahLst/>
          <a:cxnLst/>
          <a:rect l="0" t="0" r="0" b="0"/>
          <a:pathLst>
            <a:path>
              <a:moveTo>
                <a:pt x="2442151" y="0"/>
              </a:moveTo>
              <a:lnTo>
                <a:pt x="2442151" y="141281"/>
              </a:lnTo>
              <a:lnTo>
                <a:pt x="0" y="141281"/>
              </a:lnTo>
              <a:lnTo>
                <a:pt x="0" y="282562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0F582AB-C597-4EB1-89A8-0C1FBA4696DC}">
      <dsp:nvSpPr>
        <dsp:cNvPr id="0" name=""/>
        <dsp:cNvSpPr/>
      </dsp:nvSpPr>
      <dsp:spPr>
        <a:xfrm>
          <a:off x="5144515" y="1564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73BD14-3FE6-4465-A4A9-47169D9B837B}">
      <dsp:nvSpPr>
        <dsp:cNvPr id="0" name=""/>
        <dsp:cNvSpPr/>
      </dsp:nvSpPr>
      <dsp:spPr>
        <a:xfrm>
          <a:off x="5144515" y="1564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4C27DC7-F233-44D6-A1D2-6FC909850258}">
      <dsp:nvSpPr>
        <dsp:cNvPr id="0" name=""/>
        <dsp:cNvSpPr/>
      </dsp:nvSpPr>
      <dsp:spPr>
        <a:xfrm>
          <a:off x="4808131" y="122662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Hệ</a:t>
          </a:r>
          <a:r>
            <a:rPr lang="en-US" sz="1500" kern="1200" dirty="0"/>
            <a:t> </a:t>
          </a:r>
          <a:r>
            <a:rPr lang="en-US" sz="1500" kern="1200" dirty="0" err="1"/>
            <a:t>thống</a:t>
          </a:r>
          <a:r>
            <a:rPr lang="en-US" sz="1500" kern="1200" dirty="0"/>
            <a:t> </a:t>
          </a:r>
          <a:r>
            <a:rPr lang="en-US" sz="1500" kern="1200" dirty="0" err="1"/>
            <a:t>quản</a:t>
          </a:r>
          <a:r>
            <a:rPr lang="en-US" sz="1500" kern="1200" dirty="0"/>
            <a:t> </a:t>
          </a:r>
          <a:r>
            <a:rPr lang="en-US" sz="1500" kern="1200" dirty="0" err="1"/>
            <a:t>lý</a:t>
          </a:r>
          <a:r>
            <a:rPr lang="en-US" sz="1500" kern="1200" dirty="0"/>
            <a:t> </a:t>
          </a:r>
          <a:r>
            <a:rPr lang="en-US" sz="1500" kern="1200" dirty="0" err="1"/>
            <a:t>công</a:t>
          </a:r>
          <a:r>
            <a:rPr lang="en-US" sz="1500" kern="1200" dirty="0"/>
            <a:t> </a:t>
          </a:r>
          <a:r>
            <a:rPr lang="en-US" sz="1500" kern="1200" dirty="0" err="1"/>
            <a:t>việc</a:t>
          </a:r>
          <a:r>
            <a:rPr lang="en-US" sz="1500" kern="1200" dirty="0"/>
            <a:t>, </a:t>
          </a:r>
          <a:r>
            <a:rPr lang="en-US" sz="1500" kern="1200" dirty="0" err="1"/>
            <a:t>đánh</a:t>
          </a:r>
          <a:r>
            <a:rPr lang="en-US" sz="1500" kern="1200" dirty="0"/>
            <a:t> </a:t>
          </a:r>
          <a:r>
            <a:rPr lang="en-US" sz="1500" kern="1200" dirty="0" err="1"/>
            <a:t>giá</a:t>
          </a:r>
          <a:r>
            <a:rPr lang="en-US" sz="1500" kern="1200" dirty="0"/>
            <a:t> KPI</a:t>
          </a:r>
        </a:p>
      </dsp:txBody>
      <dsp:txXfrm>
        <a:off x="4808131" y="122662"/>
        <a:ext cx="1345538" cy="430572"/>
      </dsp:txXfrm>
    </dsp:sp>
    <dsp:sp modelId="{E19E364A-9438-44E4-AC47-B622AA6A29D0}">
      <dsp:nvSpPr>
        <dsp:cNvPr id="0" name=""/>
        <dsp:cNvSpPr/>
      </dsp:nvSpPr>
      <dsp:spPr>
        <a:xfrm>
          <a:off x="2702364" y="956896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64CF7A3-5374-4BD7-B000-A7E3E35662E3}">
      <dsp:nvSpPr>
        <dsp:cNvPr id="0" name=""/>
        <dsp:cNvSpPr/>
      </dsp:nvSpPr>
      <dsp:spPr>
        <a:xfrm>
          <a:off x="2702364" y="956896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BA336D-7912-4558-8E44-7DCBF6C1CF29}">
      <dsp:nvSpPr>
        <dsp:cNvPr id="0" name=""/>
        <dsp:cNvSpPr/>
      </dsp:nvSpPr>
      <dsp:spPr>
        <a:xfrm>
          <a:off x="2365979" y="1077994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Công </a:t>
          </a:r>
          <a:r>
            <a:rPr lang="en-US" sz="1500" kern="1200" dirty="0" err="1"/>
            <a:t>việc</a:t>
          </a:r>
          <a:endParaRPr lang="en-US" sz="1500" kern="1200" dirty="0"/>
        </a:p>
      </dsp:txBody>
      <dsp:txXfrm>
        <a:off x="2365979" y="1077994"/>
        <a:ext cx="1345538" cy="430572"/>
      </dsp:txXfrm>
    </dsp:sp>
    <dsp:sp modelId="{4329E287-E7D3-42AA-AF7B-3C8856182005}">
      <dsp:nvSpPr>
        <dsp:cNvPr id="0" name=""/>
        <dsp:cNvSpPr/>
      </dsp:nvSpPr>
      <dsp:spPr>
        <a:xfrm>
          <a:off x="2702364" y="1912228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11FDD48-29E8-42CF-B0CE-F32D33DE0941}">
      <dsp:nvSpPr>
        <dsp:cNvPr id="0" name=""/>
        <dsp:cNvSpPr/>
      </dsp:nvSpPr>
      <dsp:spPr>
        <a:xfrm>
          <a:off x="2702364" y="1912228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D9ADFE1-8EA4-4CF2-A9A9-DD7B410379A1}">
      <dsp:nvSpPr>
        <dsp:cNvPr id="0" name=""/>
        <dsp:cNvSpPr/>
      </dsp:nvSpPr>
      <dsp:spPr>
        <a:xfrm>
          <a:off x="2365979" y="2033326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Workspace</a:t>
          </a:r>
        </a:p>
      </dsp:txBody>
      <dsp:txXfrm>
        <a:off x="2365979" y="2033326"/>
        <a:ext cx="1345538" cy="430572"/>
      </dsp:txXfrm>
    </dsp:sp>
    <dsp:sp modelId="{FA162CC2-3ACB-4439-BD1B-85C7438B5647}">
      <dsp:nvSpPr>
        <dsp:cNvPr id="0" name=""/>
        <dsp:cNvSpPr/>
      </dsp:nvSpPr>
      <dsp:spPr>
        <a:xfrm>
          <a:off x="2702364" y="2867560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FE5CF2-1E05-46D0-978D-6E714BF2842C}">
      <dsp:nvSpPr>
        <dsp:cNvPr id="0" name=""/>
        <dsp:cNvSpPr/>
      </dsp:nvSpPr>
      <dsp:spPr>
        <a:xfrm>
          <a:off x="2702364" y="2867560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B27F67-E207-449B-8385-714590D28CE6}">
      <dsp:nvSpPr>
        <dsp:cNvPr id="0" name=""/>
        <dsp:cNvSpPr/>
      </dsp:nvSpPr>
      <dsp:spPr>
        <a:xfrm>
          <a:off x="2365979" y="2988658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Folder/ Milestone</a:t>
          </a:r>
        </a:p>
      </dsp:txBody>
      <dsp:txXfrm>
        <a:off x="2365979" y="2988658"/>
        <a:ext cx="1345538" cy="430572"/>
      </dsp:txXfrm>
    </dsp:sp>
    <dsp:sp modelId="{5BAE63B0-9FC9-4E95-AAD5-19990C644001}">
      <dsp:nvSpPr>
        <dsp:cNvPr id="0" name=""/>
        <dsp:cNvSpPr/>
      </dsp:nvSpPr>
      <dsp:spPr>
        <a:xfrm>
          <a:off x="2702364" y="3822892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6E44DF1-2857-4F01-A495-4A3181C24B7A}">
      <dsp:nvSpPr>
        <dsp:cNvPr id="0" name=""/>
        <dsp:cNvSpPr/>
      </dsp:nvSpPr>
      <dsp:spPr>
        <a:xfrm>
          <a:off x="2702364" y="3822892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239976-5835-4342-A0CD-368C371AEE2D}">
      <dsp:nvSpPr>
        <dsp:cNvPr id="0" name=""/>
        <dsp:cNvSpPr/>
      </dsp:nvSpPr>
      <dsp:spPr>
        <a:xfrm>
          <a:off x="2365979" y="3943990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Task-list</a:t>
          </a:r>
        </a:p>
      </dsp:txBody>
      <dsp:txXfrm>
        <a:off x="2365979" y="3943990"/>
        <a:ext cx="1345538" cy="430572"/>
      </dsp:txXfrm>
    </dsp:sp>
    <dsp:sp modelId="{82468EBD-B77A-4AB7-93B0-07B36627687C}">
      <dsp:nvSpPr>
        <dsp:cNvPr id="0" name=""/>
        <dsp:cNvSpPr/>
      </dsp:nvSpPr>
      <dsp:spPr>
        <a:xfrm>
          <a:off x="3576963" y="4778224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0A93C25-1319-432A-A242-2C11EB2E8F78}">
      <dsp:nvSpPr>
        <dsp:cNvPr id="0" name=""/>
        <dsp:cNvSpPr/>
      </dsp:nvSpPr>
      <dsp:spPr>
        <a:xfrm>
          <a:off x="3576963" y="4778224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0D365C8-F573-4659-B65A-62E3CB1BED96}">
      <dsp:nvSpPr>
        <dsp:cNvPr id="0" name=""/>
        <dsp:cNvSpPr/>
      </dsp:nvSpPr>
      <dsp:spPr>
        <a:xfrm>
          <a:off x="3240579" y="4899322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Task: sub-</a:t>
          </a:r>
          <a:r>
            <a:rPr lang="en-US" sz="1500" kern="1200" dirty="0" err="1"/>
            <a:t>task,UDF</a:t>
          </a:r>
          <a:r>
            <a:rPr lang="en-US" sz="1500" kern="1200" dirty="0"/>
            <a:t>, check-</a:t>
          </a:r>
          <a:r>
            <a:rPr lang="en-US" sz="1500" kern="1200" dirty="0" err="1"/>
            <a:t>list,conment</a:t>
          </a:r>
          <a:r>
            <a:rPr lang="en-US" sz="1500" kern="1200" dirty="0"/>
            <a:t>, files</a:t>
          </a:r>
        </a:p>
      </dsp:txBody>
      <dsp:txXfrm>
        <a:off x="3240579" y="4899322"/>
        <a:ext cx="1345538" cy="430572"/>
      </dsp:txXfrm>
    </dsp:sp>
    <dsp:sp modelId="{9A3D3280-087C-4398-A86F-F2C813E1853E}">
      <dsp:nvSpPr>
        <dsp:cNvPr id="0" name=""/>
        <dsp:cNvSpPr/>
      </dsp:nvSpPr>
      <dsp:spPr>
        <a:xfrm>
          <a:off x="5144515" y="956896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940BC6D-297A-42CD-B320-99C0B6617F74}">
      <dsp:nvSpPr>
        <dsp:cNvPr id="0" name=""/>
        <dsp:cNvSpPr/>
      </dsp:nvSpPr>
      <dsp:spPr>
        <a:xfrm>
          <a:off x="5144515" y="956896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D1F391B-958D-4C55-A044-B6E4FB01CB91}">
      <dsp:nvSpPr>
        <dsp:cNvPr id="0" name=""/>
        <dsp:cNvSpPr/>
      </dsp:nvSpPr>
      <dsp:spPr>
        <a:xfrm>
          <a:off x="4808131" y="1077994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KPI</a:t>
          </a:r>
        </a:p>
      </dsp:txBody>
      <dsp:txXfrm>
        <a:off x="4808131" y="1077994"/>
        <a:ext cx="1345538" cy="430572"/>
      </dsp:txXfrm>
    </dsp:sp>
    <dsp:sp modelId="{17921C43-DFAC-4316-8826-1657BC0FA456}">
      <dsp:nvSpPr>
        <dsp:cNvPr id="0" name=""/>
        <dsp:cNvSpPr/>
      </dsp:nvSpPr>
      <dsp:spPr>
        <a:xfrm>
          <a:off x="4330465" y="1912228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938222-C59E-4C12-AA65-2FA48BFE9B3C}">
      <dsp:nvSpPr>
        <dsp:cNvPr id="0" name=""/>
        <dsp:cNvSpPr/>
      </dsp:nvSpPr>
      <dsp:spPr>
        <a:xfrm>
          <a:off x="4330465" y="1912228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8B0AFC-5629-4AC7-9EA1-3D94CE40734A}">
      <dsp:nvSpPr>
        <dsp:cNvPr id="0" name=""/>
        <dsp:cNvSpPr/>
      </dsp:nvSpPr>
      <dsp:spPr>
        <a:xfrm>
          <a:off x="3994080" y="2033326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Khởi</a:t>
          </a:r>
          <a:r>
            <a:rPr lang="en-US" sz="1500" kern="1200" dirty="0"/>
            <a:t> </a:t>
          </a:r>
          <a:r>
            <a:rPr lang="en-US" sz="1500" kern="1200" dirty="0" err="1"/>
            <a:t>tạo</a:t>
          </a:r>
          <a:endParaRPr lang="en-US" sz="1500" kern="1200" dirty="0"/>
        </a:p>
      </dsp:txBody>
      <dsp:txXfrm>
        <a:off x="3994080" y="2033326"/>
        <a:ext cx="1345538" cy="430572"/>
      </dsp:txXfrm>
    </dsp:sp>
    <dsp:sp modelId="{D3CB7157-996B-4A9A-B586-25914ED2332F}">
      <dsp:nvSpPr>
        <dsp:cNvPr id="0" name=""/>
        <dsp:cNvSpPr/>
      </dsp:nvSpPr>
      <dsp:spPr>
        <a:xfrm>
          <a:off x="5958566" y="1912228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A30332D-B35A-4C34-958A-B1E8B4DA2B6A}">
      <dsp:nvSpPr>
        <dsp:cNvPr id="0" name=""/>
        <dsp:cNvSpPr/>
      </dsp:nvSpPr>
      <dsp:spPr>
        <a:xfrm>
          <a:off x="5958566" y="1912228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D9A243B-40EF-4E42-BC92-72B8695315FB}">
      <dsp:nvSpPr>
        <dsp:cNvPr id="0" name=""/>
        <dsp:cNvSpPr/>
      </dsp:nvSpPr>
      <dsp:spPr>
        <a:xfrm>
          <a:off x="5622181" y="2033326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Đánh</a:t>
          </a:r>
          <a:r>
            <a:rPr lang="en-US" sz="1500" kern="1200" dirty="0"/>
            <a:t> </a:t>
          </a:r>
          <a:r>
            <a:rPr lang="en-US" sz="1500" kern="1200" dirty="0" err="1"/>
            <a:t>giá</a:t>
          </a:r>
          <a:endParaRPr lang="en-US" sz="1500" kern="1200" dirty="0"/>
        </a:p>
      </dsp:txBody>
      <dsp:txXfrm>
        <a:off x="5622181" y="2033326"/>
        <a:ext cx="1345538" cy="430572"/>
      </dsp:txXfrm>
    </dsp:sp>
    <dsp:sp modelId="{74408A81-BCB8-43CB-B5B1-F47487F95309}">
      <dsp:nvSpPr>
        <dsp:cNvPr id="0" name=""/>
        <dsp:cNvSpPr/>
      </dsp:nvSpPr>
      <dsp:spPr>
        <a:xfrm>
          <a:off x="6833165" y="2867560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6C503C-DDB5-40A7-BAA0-270965548805}">
      <dsp:nvSpPr>
        <dsp:cNvPr id="0" name=""/>
        <dsp:cNvSpPr/>
      </dsp:nvSpPr>
      <dsp:spPr>
        <a:xfrm>
          <a:off x="6833165" y="2867560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5CAC303-9C73-4F94-9421-4EAA65EFFA87}">
      <dsp:nvSpPr>
        <dsp:cNvPr id="0" name=""/>
        <dsp:cNvSpPr/>
      </dsp:nvSpPr>
      <dsp:spPr>
        <a:xfrm>
          <a:off x="6496781" y="2988658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Kết</a:t>
          </a:r>
          <a:r>
            <a:rPr lang="en-US" sz="1500" kern="1200" dirty="0"/>
            <a:t> quả</a:t>
          </a:r>
        </a:p>
      </dsp:txBody>
      <dsp:txXfrm>
        <a:off x="6496781" y="2988658"/>
        <a:ext cx="1345538" cy="430572"/>
      </dsp:txXfrm>
    </dsp:sp>
    <dsp:sp modelId="{6D35D36C-3856-44FC-A146-0F445C02C1AB}">
      <dsp:nvSpPr>
        <dsp:cNvPr id="0" name=""/>
        <dsp:cNvSpPr/>
      </dsp:nvSpPr>
      <dsp:spPr>
        <a:xfrm>
          <a:off x="7586667" y="956896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923326-FEC4-4F97-9B04-98156F58B8C6}">
      <dsp:nvSpPr>
        <dsp:cNvPr id="0" name=""/>
        <dsp:cNvSpPr/>
      </dsp:nvSpPr>
      <dsp:spPr>
        <a:xfrm>
          <a:off x="7586667" y="956896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8753B26-A9F0-407A-A9F3-284087E2C286}">
      <dsp:nvSpPr>
        <dsp:cNvPr id="0" name=""/>
        <dsp:cNvSpPr/>
      </dsp:nvSpPr>
      <dsp:spPr>
        <a:xfrm>
          <a:off x="7250282" y="1077994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Lương</a:t>
          </a:r>
          <a:r>
            <a:rPr lang="en-US" sz="1500" kern="1200" dirty="0"/>
            <a:t> </a:t>
          </a:r>
          <a:r>
            <a:rPr lang="en-US" sz="1500" kern="1200" dirty="0" err="1"/>
            <a:t>thưởng</a:t>
          </a:r>
          <a:endParaRPr lang="en-US" sz="1500" kern="1200" dirty="0"/>
        </a:p>
      </dsp:txBody>
      <dsp:txXfrm>
        <a:off x="7250282" y="1077994"/>
        <a:ext cx="1345538" cy="430572"/>
      </dsp:txXfrm>
    </dsp:sp>
    <dsp:sp modelId="{75352F99-239D-4F2B-83B6-FFEE645E55D4}">
      <dsp:nvSpPr>
        <dsp:cNvPr id="0" name=""/>
        <dsp:cNvSpPr/>
      </dsp:nvSpPr>
      <dsp:spPr>
        <a:xfrm>
          <a:off x="8461266" y="1912228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3724E0-1486-4BE9-8304-9E151D030664}">
      <dsp:nvSpPr>
        <dsp:cNvPr id="0" name=""/>
        <dsp:cNvSpPr/>
      </dsp:nvSpPr>
      <dsp:spPr>
        <a:xfrm>
          <a:off x="8461266" y="1912228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60C1B8-2DD3-4D52-874A-EE0148344426}">
      <dsp:nvSpPr>
        <dsp:cNvPr id="0" name=""/>
        <dsp:cNvSpPr/>
      </dsp:nvSpPr>
      <dsp:spPr>
        <a:xfrm>
          <a:off x="8124882" y="2033326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Theo </a:t>
          </a:r>
          <a:r>
            <a:rPr lang="en-US" sz="1500" kern="1200" dirty="0" err="1"/>
            <a:t>công</a:t>
          </a:r>
          <a:r>
            <a:rPr lang="en-US" sz="1500" kern="1200" dirty="0"/>
            <a:t> </a:t>
          </a:r>
          <a:r>
            <a:rPr lang="en-US" sz="1500" kern="1200" dirty="0" err="1"/>
            <a:t>việc</a:t>
          </a:r>
          <a:endParaRPr lang="en-US" sz="1500" kern="1200" dirty="0"/>
        </a:p>
      </dsp:txBody>
      <dsp:txXfrm>
        <a:off x="8124882" y="2033326"/>
        <a:ext cx="1345538" cy="430572"/>
      </dsp:txXfrm>
    </dsp:sp>
    <dsp:sp modelId="{BE76120E-D102-4D47-A3D1-B8640AB57825}">
      <dsp:nvSpPr>
        <dsp:cNvPr id="0" name=""/>
        <dsp:cNvSpPr/>
      </dsp:nvSpPr>
      <dsp:spPr>
        <a:xfrm>
          <a:off x="8461266" y="2867560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61A660-3BF6-48BF-89FE-23E1F1D5B1E7}">
      <dsp:nvSpPr>
        <dsp:cNvPr id="0" name=""/>
        <dsp:cNvSpPr/>
      </dsp:nvSpPr>
      <dsp:spPr>
        <a:xfrm>
          <a:off x="8461266" y="2867560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FAB9CE-AD15-4212-910F-1866DA71941A}">
      <dsp:nvSpPr>
        <dsp:cNvPr id="0" name=""/>
        <dsp:cNvSpPr/>
      </dsp:nvSpPr>
      <dsp:spPr>
        <a:xfrm>
          <a:off x="8124882" y="2988658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Theo </a:t>
          </a:r>
          <a:r>
            <a:rPr lang="en-US" sz="1500" kern="1200" dirty="0" err="1"/>
            <a:t>quý</a:t>
          </a:r>
          <a:r>
            <a:rPr lang="en-US" sz="1500" kern="1200" dirty="0"/>
            <a:t>/Milestone</a:t>
          </a:r>
        </a:p>
      </dsp:txBody>
      <dsp:txXfrm>
        <a:off x="8124882" y="2988658"/>
        <a:ext cx="1345538" cy="430572"/>
      </dsp:txXfrm>
    </dsp:sp>
    <dsp:sp modelId="{FE99ED51-D716-4CA8-8D09-6122EC52FD2B}">
      <dsp:nvSpPr>
        <dsp:cNvPr id="0" name=""/>
        <dsp:cNvSpPr/>
      </dsp:nvSpPr>
      <dsp:spPr>
        <a:xfrm>
          <a:off x="8461266" y="3822892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B72AD40-D893-497E-9243-6CE621E5FDCD}">
      <dsp:nvSpPr>
        <dsp:cNvPr id="0" name=""/>
        <dsp:cNvSpPr/>
      </dsp:nvSpPr>
      <dsp:spPr>
        <a:xfrm>
          <a:off x="8461266" y="3822892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C140218-C1C5-4FB2-B6EA-DF3F6413BD7D}">
      <dsp:nvSpPr>
        <dsp:cNvPr id="0" name=""/>
        <dsp:cNvSpPr/>
      </dsp:nvSpPr>
      <dsp:spPr>
        <a:xfrm>
          <a:off x="8124882" y="3943990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Theo </a:t>
          </a:r>
          <a:r>
            <a:rPr lang="en-US" sz="1500" kern="1200" dirty="0" err="1"/>
            <a:t>Hiệu</a:t>
          </a:r>
          <a:r>
            <a:rPr lang="en-US" sz="1500" kern="1200" dirty="0"/>
            <a:t> quả </a:t>
          </a:r>
          <a:r>
            <a:rPr lang="en-US" sz="1500" kern="1200" dirty="0" err="1"/>
            <a:t>dự</a:t>
          </a:r>
          <a:r>
            <a:rPr lang="en-US" sz="1500" kern="1200" dirty="0"/>
            <a:t> </a:t>
          </a:r>
          <a:r>
            <a:rPr lang="en-US" sz="1500" kern="1200" dirty="0" err="1"/>
            <a:t>án</a:t>
          </a:r>
          <a:endParaRPr lang="en-US" sz="1500" kern="1200" dirty="0"/>
        </a:p>
      </dsp:txBody>
      <dsp:txXfrm>
        <a:off x="8124882" y="3943990"/>
        <a:ext cx="1345538" cy="430572"/>
      </dsp:txXfrm>
    </dsp:sp>
    <dsp:sp modelId="{2BC4D2A7-68CC-45C2-8D17-FB756E890DEF}">
      <dsp:nvSpPr>
        <dsp:cNvPr id="0" name=""/>
        <dsp:cNvSpPr/>
      </dsp:nvSpPr>
      <dsp:spPr>
        <a:xfrm>
          <a:off x="8461266" y="4778224"/>
          <a:ext cx="672769" cy="672769"/>
        </a:xfrm>
        <a:prstGeom prst="arc">
          <a:avLst>
            <a:gd name="adj1" fmla="val 13200000"/>
            <a:gd name="adj2" fmla="val 192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394FDD-D70D-4514-BAE1-E804E65F71BA}">
      <dsp:nvSpPr>
        <dsp:cNvPr id="0" name=""/>
        <dsp:cNvSpPr/>
      </dsp:nvSpPr>
      <dsp:spPr>
        <a:xfrm>
          <a:off x="8461266" y="4778224"/>
          <a:ext cx="672769" cy="672769"/>
        </a:xfrm>
        <a:prstGeom prst="arc">
          <a:avLst>
            <a:gd name="adj1" fmla="val 2400000"/>
            <a:gd name="adj2" fmla="val 8400000"/>
          </a:avLst>
        </a:pr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789CE22-61CB-449A-A6CD-F895EED08B75}">
      <dsp:nvSpPr>
        <dsp:cNvPr id="0" name=""/>
        <dsp:cNvSpPr/>
      </dsp:nvSpPr>
      <dsp:spPr>
        <a:xfrm>
          <a:off x="8124882" y="4899322"/>
          <a:ext cx="1345538" cy="430572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 err="1"/>
            <a:t>Cài</a:t>
          </a:r>
          <a:r>
            <a:rPr lang="en-US" sz="1500" kern="1200" dirty="0"/>
            <a:t> </a:t>
          </a:r>
          <a:r>
            <a:rPr lang="en-US" sz="1500" kern="1200" dirty="0" err="1"/>
            <a:t>đặt</a:t>
          </a:r>
          <a:r>
            <a:rPr lang="en-US" sz="1500" kern="1200" dirty="0"/>
            <a:t> </a:t>
          </a:r>
          <a:r>
            <a:rPr lang="en-US" sz="1500" kern="1200" dirty="0" err="1"/>
            <a:t>và</a:t>
          </a:r>
          <a:r>
            <a:rPr lang="en-US" sz="1500" kern="1200" dirty="0"/>
            <a:t> </a:t>
          </a:r>
          <a:r>
            <a:rPr lang="en-US" sz="1500" kern="1200" dirty="0" err="1"/>
            <a:t>công</a:t>
          </a:r>
          <a:r>
            <a:rPr lang="en-US" sz="1500" kern="1200" dirty="0"/>
            <a:t> </a:t>
          </a:r>
          <a:r>
            <a:rPr lang="en-US" sz="1500" kern="1200" dirty="0" err="1"/>
            <a:t>thức</a:t>
          </a:r>
          <a:endParaRPr lang="en-US" sz="1500" kern="1200" dirty="0"/>
        </a:p>
      </dsp:txBody>
      <dsp:txXfrm>
        <a:off x="8124882" y="4899322"/>
        <a:ext cx="1345538" cy="43057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799AC5-70D1-407B-BE5F-97C3FB8C4257}">
      <dsp:nvSpPr>
        <dsp:cNvPr id="0" name=""/>
        <dsp:cNvSpPr/>
      </dsp:nvSpPr>
      <dsp:spPr>
        <a:xfrm rot="16200000">
          <a:off x="139579" y="-139579"/>
          <a:ext cx="1760840" cy="2039998"/>
        </a:xfrm>
        <a:prstGeom prst="round1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Responsible</a:t>
          </a:r>
          <a:endParaRPr lang="en-US" sz="2500" kern="1200" dirty="0"/>
        </a:p>
      </dsp:txBody>
      <dsp:txXfrm rot="5400000">
        <a:off x="0" y="0"/>
        <a:ext cx="2039998" cy="1320630"/>
      </dsp:txXfrm>
    </dsp:sp>
    <dsp:sp modelId="{CE234848-7AA3-4D8A-954D-24EAFFF08B0C}">
      <dsp:nvSpPr>
        <dsp:cNvPr id="0" name=""/>
        <dsp:cNvSpPr/>
      </dsp:nvSpPr>
      <dsp:spPr>
        <a:xfrm>
          <a:off x="2039998" y="0"/>
          <a:ext cx="2039998" cy="1760840"/>
        </a:xfrm>
        <a:prstGeom prst="round1Rect">
          <a:avLst/>
        </a:prstGeom>
        <a:solidFill>
          <a:schemeClr val="accent4">
            <a:hueOff val="3465231"/>
            <a:satOff val="-15989"/>
            <a:lumOff val="58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Accountable</a:t>
          </a:r>
          <a:endParaRPr lang="en-US" sz="2500" kern="1200" dirty="0"/>
        </a:p>
      </dsp:txBody>
      <dsp:txXfrm>
        <a:off x="2039998" y="0"/>
        <a:ext cx="2039998" cy="1320630"/>
      </dsp:txXfrm>
    </dsp:sp>
    <dsp:sp modelId="{58BB13E4-B88D-4A45-A0F0-BF550C80BD6E}">
      <dsp:nvSpPr>
        <dsp:cNvPr id="0" name=""/>
        <dsp:cNvSpPr/>
      </dsp:nvSpPr>
      <dsp:spPr>
        <a:xfrm rot="10800000">
          <a:off x="0" y="1760840"/>
          <a:ext cx="2039998" cy="1760840"/>
        </a:xfrm>
        <a:prstGeom prst="round1Rect">
          <a:avLst/>
        </a:prstGeom>
        <a:solidFill>
          <a:schemeClr val="accent4">
            <a:hueOff val="6930461"/>
            <a:satOff val="-31979"/>
            <a:lumOff val="117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Consult</a:t>
          </a:r>
          <a:endParaRPr lang="en-US" sz="2500" kern="1200" dirty="0"/>
        </a:p>
      </dsp:txBody>
      <dsp:txXfrm rot="10800000">
        <a:off x="0" y="2201050"/>
        <a:ext cx="2039998" cy="1320630"/>
      </dsp:txXfrm>
    </dsp:sp>
    <dsp:sp modelId="{8F3D0B13-C231-4982-8EBF-74D13CF91BBD}">
      <dsp:nvSpPr>
        <dsp:cNvPr id="0" name=""/>
        <dsp:cNvSpPr/>
      </dsp:nvSpPr>
      <dsp:spPr>
        <a:xfrm rot="5400000">
          <a:off x="2179577" y="1621261"/>
          <a:ext cx="1760840" cy="2039998"/>
        </a:xfrm>
        <a:prstGeom prst="round1Rect">
          <a:avLst/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i="1" kern="1200" dirty="0"/>
            <a:t>Inform</a:t>
          </a:r>
          <a:endParaRPr lang="en-US" sz="2500" kern="1200" dirty="0"/>
        </a:p>
      </dsp:txBody>
      <dsp:txXfrm rot="-5400000">
        <a:off x="2039998" y="2201050"/>
        <a:ext cx="2039998" cy="1320630"/>
      </dsp:txXfrm>
    </dsp:sp>
    <dsp:sp modelId="{F64B4715-E1C9-42C9-8A79-2A98F4DAB8B1}">
      <dsp:nvSpPr>
        <dsp:cNvPr id="0" name=""/>
        <dsp:cNvSpPr/>
      </dsp:nvSpPr>
      <dsp:spPr>
        <a:xfrm>
          <a:off x="1427998" y="1320630"/>
          <a:ext cx="1223999" cy="880420"/>
        </a:xfrm>
        <a:prstGeom prst="roundRect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RACI</a:t>
          </a:r>
        </a:p>
      </dsp:txBody>
      <dsp:txXfrm>
        <a:off x="1470977" y="1363609"/>
        <a:ext cx="1138041" cy="79446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2143C-2E34-4504-99AF-5DDAABB1AF25}">
      <dsp:nvSpPr>
        <dsp:cNvPr id="0" name=""/>
        <dsp:cNvSpPr/>
      </dsp:nvSpPr>
      <dsp:spPr>
        <a:xfrm>
          <a:off x="2841457" y="3741489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55" y="0"/>
              </a:lnTo>
              <a:lnTo>
                <a:pt x="160055" y="304984"/>
              </a:lnTo>
              <a:lnTo>
                <a:pt x="320111" y="30498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3882927"/>
        <a:ext cx="22106" cy="22106"/>
      </dsp:txXfrm>
    </dsp:sp>
    <dsp:sp modelId="{5D52586F-8843-4BD7-B454-A1506822502C}">
      <dsp:nvSpPr>
        <dsp:cNvPr id="0" name=""/>
        <dsp:cNvSpPr/>
      </dsp:nvSpPr>
      <dsp:spPr>
        <a:xfrm>
          <a:off x="2841457" y="3436504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304984"/>
              </a:moveTo>
              <a:lnTo>
                <a:pt x="160055" y="304984"/>
              </a:lnTo>
              <a:lnTo>
                <a:pt x="160055" y="0"/>
              </a:lnTo>
              <a:lnTo>
                <a:pt x="320111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3577943"/>
        <a:ext cx="22106" cy="22106"/>
      </dsp:txXfrm>
    </dsp:sp>
    <dsp:sp modelId="{86FCD641-6596-4729-B493-445624DB545A}">
      <dsp:nvSpPr>
        <dsp:cNvPr id="0" name=""/>
        <dsp:cNvSpPr/>
      </dsp:nvSpPr>
      <dsp:spPr>
        <a:xfrm>
          <a:off x="920787" y="2521551"/>
          <a:ext cx="320111" cy="121993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55" y="0"/>
              </a:lnTo>
              <a:lnTo>
                <a:pt x="160055" y="1219937"/>
              </a:lnTo>
              <a:lnTo>
                <a:pt x="320111" y="1219937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49312" y="3099989"/>
        <a:ext cx="63061" cy="63061"/>
      </dsp:txXfrm>
    </dsp:sp>
    <dsp:sp modelId="{A2C307C3-4CA4-4160-AE45-E33CA796AF86}">
      <dsp:nvSpPr>
        <dsp:cNvPr id="0" name=""/>
        <dsp:cNvSpPr/>
      </dsp:nvSpPr>
      <dsp:spPr>
        <a:xfrm>
          <a:off x="2841457" y="2521551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55" y="0"/>
              </a:lnTo>
              <a:lnTo>
                <a:pt x="160055" y="304984"/>
              </a:lnTo>
              <a:lnTo>
                <a:pt x="320111" y="30498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2662990"/>
        <a:ext cx="22106" cy="22106"/>
      </dsp:txXfrm>
    </dsp:sp>
    <dsp:sp modelId="{CD08C16D-0E0B-41EF-964F-5D7FCA0D96E4}">
      <dsp:nvSpPr>
        <dsp:cNvPr id="0" name=""/>
        <dsp:cNvSpPr/>
      </dsp:nvSpPr>
      <dsp:spPr>
        <a:xfrm>
          <a:off x="2841457" y="2216567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304984"/>
              </a:moveTo>
              <a:lnTo>
                <a:pt x="160055" y="304984"/>
              </a:lnTo>
              <a:lnTo>
                <a:pt x="160055" y="0"/>
              </a:lnTo>
              <a:lnTo>
                <a:pt x="320111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2358005"/>
        <a:ext cx="22106" cy="22106"/>
      </dsp:txXfrm>
    </dsp:sp>
    <dsp:sp modelId="{D7EF3A92-5C26-4C67-8AFE-29DD114FFFA8}">
      <dsp:nvSpPr>
        <dsp:cNvPr id="0" name=""/>
        <dsp:cNvSpPr/>
      </dsp:nvSpPr>
      <dsp:spPr>
        <a:xfrm>
          <a:off x="920787" y="2475831"/>
          <a:ext cx="32011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320111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72840" y="2513548"/>
        <a:ext cx="16005" cy="16005"/>
      </dsp:txXfrm>
    </dsp:sp>
    <dsp:sp modelId="{D1A8BD93-9D18-4554-96FA-D2B026EC74B2}">
      <dsp:nvSpPr>
        <dsp:cNvPr id="0" name=""/>
        <dsp:cNvSpPr/>
      </dsp:nvSpPr>
      <dsp:spPr>
        <a:xfrm>
          <a:off x="2841457" y="1301613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60055" y="0"/>
              </a:lnTo>
              <a:lnTo>
                <a:pt x="160055" y="304984"/>
              </a:lnTo>
              <a:lnTo>
                <a:pt x="320111" y="304984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1443052"/>
        <a:ext cx="22106" cy="22106"/>
      </dsp:txXfrm>
    </dsp:sp>
    <dsp:sp modelId="{4881DFE7-51F8-4A6F-A477-AE6A65186F12}">
      <dsp:nvSpPr>
        <dsp:cNvPr id="0" name=""/>
        <dsp:cNvSpPr/>
      </dsp:nvSpPr>
      <dsp:spPr>
        <a:xfrm>
          <a:off x="2841457" y="996629"/>
          <a:ext cx="320111" cy="304984"/>
        </a:xfrm>
        <a:custGeom>
          <a:avLst/>
          <a:gdLst/>
          <a:ahLst/>
          <a:cxnLst/>
          <a:rect l="0" t="0" r="0" b="0"/>
          <a:pathLst>
            <a:path>
              <a:moveTo>
                <a:pt x="0" y="304984"/>
              </a:moveTo>
              <a:lnTo>
                <a:pt x="160055" y="304984"/>
              </a:lnTo>
              <a:lnTo>
                <a:pt x="160055" y="0"/>
              </a:lnTo>
              <a:lnTo>
                <a:pt x="320111" y="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990459" y="1138068"/>
        <a:ext cx="22106" cy="22106"/>
      </dsp:txXfrm>
    </dsp:sp>
    <dsp:sp modelId="{04C9AC63-00DB-47DD-809D-313B06DD4A0D}">
      <dsp:nvSpPr>
        <dsp:cNvPr id="0" name=""/>
        <dsp:cNvSpPr/>
      </dsp:nvSpPr>
      <dsp:spPr>
        <a:xfrm>
          <a:off x="920787" y="1301613"/>
          <a:ext cx="320111" cy="1219937"/>
        </a:xfrm>
        <a:custGeom>
          <a:avLst/>
          <a:gdLst/>
          <a:ahLst/>
          <a:cxnLst/>
          <a:rect l="0" t="0" r="0" b="0"/>
          <a:pathLst>
            <a:path>
              <a:moveTo>
                <a:pt x="0" y="1219937"/>
              </a:moveTo>
              <a:lnTo>
                <a:pt x="160055" y="1219937"/>
              </a:lnTo>
              <a:lnTo>
                <a:pt x="160055" y="0"/>
              </a:lnTo>
              <a:lnTo>
                <a:pt x="320111" y="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800" kern="120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049312" y="1880051"/>
        <a:ext cx="63061" cy="63061"/>
      </dsp:txXfrm>
    </dsp:sp>
    <dsp:sp modelId="{C0F36EFD-EFDF-48A9-A961-B68917D8F109}">
      <dsp:nvSpPr>
        <dsp:cNvPr id="0" name=""/>
        <dsp:cNvSpPr/>
      </dsp:nvSpPr>
      <dsp:spPr>
        <a:xfrm rot="16200000">
          <a:off x="-959707" y="2063015"/>
          <a:ext cx="2843918" cy="91707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</a:t>
          </a:r>
        </a:p>
      </dsp:txBody>
      <dsp:txXfrm>
        <a:off x="-959707" y="2063015"/>
        <a:ext cx="2843918" cy="917071"/>
      </dsp:txXfrm>
    </dsp:sp>
    <dsp:sp modelId="{7BD6FE5D-CC99-4B75-B41D-D40E4CBCB151}">
      <dsp:nvSpPr>
        <dsp:cNvPr id="0" name=""/>
        <dsp:cNvSpPr/>
      </dsp:nvSpPr>
      <dsp:spPr>
        <a:xfrm>
          <a:off x="1240899" y="843434"/>
          <a:ext cx="1600558" cy="916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phòng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ban</a:t>
          </a:r>
        </a:p>
      </dsp:txBody>
      <dsp:txXfrm>
        <a:off x="1240899" y="843434"/>
        <a:ext cx="1600558" cy="916358"/>
      </dsp:txXfrm>
    </dsp:sp>
    <dsp:sp modelId="{22F8308A-FCFF-4DD0-8F71-5C2FD802CC27}">
      <dsp:nvSpPr>
        <dsp:cNvPr id="0" name=""/>
        <dsp:cNvSpPr/>
      </dsp:nvSpPr>
      <dsp:spPr>
        <a:xfrm>
          <a:off x="3161569" y="752641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1</a:t>
          </a:r>
        </a:p>
      </dsp:txBody>
      <dsp:txXfrm>
        <a:off x="3161569" y="752641"/>
        <a:ext cx="1600558" cy="487975"/>
      </dsp:txXfrm>
    </dsp:sp>
    <dsp:sp modelId="{96FC66FD-190A-410A-981C-5C5A42F44A6B}">
      <dsp:nvSpPr>
        <dsp:cNvPr id="0" name=""/>
        <dsp:cNvSpPr/>
      </dsp:nvSpPr>
      <dsp:spPr>
        <a:xfrm>
          <a:off x="3161569" y="1362610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2</a:t>
          </a:r>
        </a:p>
      </dsp:txBody>
      <dsp:txXfrm>
        <a:off x="3161569" y="1362610"/>
        <a:ext cx="1600558" cy="487975"/>
      </dsp:txXfrm>
    </dsp:sp>
    <dsp:sp modelId="{F87CC44B-5731-498E-8414-025145959895}">
      <dsp:nvSpPr>
        <dsp:cNvPr id="0" name=""/>
        <dsp:cNvSpPr/>
      </dsp:nvSpPr>
      <dsp:spPr>
        <a:xfrm>
          <a:off x="1240899" y="2063372"/>
          <a:ext cx="1600558" cy="916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thường</a:t>
          </a: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xuyên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240899" y="2063372"/>
        <a:ext cx="1600558" cy="916358"/>
      </dsp:txXfrm>
    </dsp:sp>
    <dsp:sp modelId="{CD1E07AF-580A-458A-A4E2-19029A85016E}">
      <dsp:nvSpPr>
        <dsp:cNvPr id="0" name=""/>
        <dsp:cNvSpPr/>
      </dsp:nvSpPr>
      <dsp:spPr>
        <a:xfrm>
          <a:off x="3161569" y="1972579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>
              <a:latin typeface="Verdana" panose="020B0604030504040204" pitchFamily="34" charset="0"/>
              <a:ea typeface="Verdana" panose="020B0604030504040204" pitchFamily="34" charset="0"/>
            </a:rPr>
            <a:t>KPI item 3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3161569" y="1972579"/>
        <a:ext cx="1600558" cy="487975"/>
      </dsp:txXfrm>
    </dsp:sp>
    <dsp:sp modelId="{46EDDB61-0DD6-4909-8CC0-E9F6E970FA93}">
      <dsp:nvSpPr>
        <dsp:cNvPr id="0" name=""/>
        <dsp:cNvSpPr/>
      </dsp:nvSpPr>
      <dsp:spPr>
        <a:xfrm>
          <a:off x="3161569" y="2582548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4</a:t>
          </a:r>
        </a:p>
      </dsp:txBody>
      <dsp:txXfrm>
        <a:off x="3161569" y="2582548"/>
        <a:ext cx="1600558" cy="487975"/>
      </dsp:txXfrm>
    </dsp:sp>
    <dsp:sp modelId="{499742C5-98E7-4255-91BD-0F76B08CD2A5}">
      <dsp:nvSpPr>
        <dsp:cNvPr id="0" name=""/>
        <dsp:cNvSpPr/>
      </dsp:nvSpPr>
      <dsp:spPr>
        <a:xfrm>
          <a:off x="1240899" y="3283309"/>
          <a:ext cx="1600558" cy="916358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</a:t>
          </a:r>
          <a:r>
            <a:rPr lang="en-US" sz="1800" kern="1200" dirty="0" err="1">
              <a:latin typeface="Verdana" panose="020B0604030504040204" pitchFamily="34" charset="0"/>
              <a:ea typeface="Verdana" panose="020B0604030504040204" pitchFamily="34" charset="0"/>
            </a:rPr>
            <a:t>khác</a:t>
          </a:r>
          <a:endParaRPr lang="en-US" sz="1800" kern="1200" dirty="0">
            <a:latin typeface="Verdana" panose="020B0604030504040204" pitchFamily="34" charset="0"/>
            <a:ea typeface="Verdana" panose="020B0604030504040204" pitchFamily="34" charset="0"/>
          </a:endParaRPr>
        </a:p>
      </dsp:txBody>
      <dsp:txXfrm>
        <a:off x="1240899" y="3283309"/>
        <a:ext cx="1600558" cy="916358"/>
      </dsp:txXfrm>
    </dsp:sp>
    <dsp:sp modelId="{FF8C9A97-7E50-40AE-B6DC-0B5B34A6608C}">
      <dsp:nvSpPr>
        <dsp:cNvPr id="0" name=""/>
        <dsp:cNvSpPr/>
      </dsp:nvSpPr>
      <dsp:spPr>
        <a:xfrm>
          <a:off x="3161569" y="3192517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5</a:t>
          </a:r>
        </a:p>
      </dsp:txBody>
      <dsp:txXfrm>
        <a:off x="3161569" y="3192517"/>
        <a:ext cx="1600558" cy="487975"/>
      </dsp:txXfrm>
    </dsp:sp>
    <dsp:sp modelId="{6C686F3C-03FD-423E-B85A-5046C7DCA19E}">
      <dsp:nvSpPr>
        <dsp:cNvPr id="0" name=""/>
        <dsp:cNvSpPr/>
      </dsp:nvSpPr>
      <dsp:spPr>
        <a:xfrm>
          <a:off x="3161569" y="3802486"/>
          <a:ext cx="1600558" cy="48797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Verdana" panose="020B0604030504040204" pitchFamily="34" charset="0"/>
              <a:ea typeface="Verdana" panose="020B0604030504040204" pitchFamily="34" charset="0"/>
            </a:rPr>
            <a:t>KPI item 6</a:t>
          </a:r>
        </a:p>
      </dsp:txBody>
      <dsp:txXfrm>
        <a:off x="3161569" y="3802486"/>
        <a:ext cx="1600558" cy="48797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FAA74D-3946-45F7-9977-CF3BBBD9ABAC}">
      <dsp:nvSpPr>
        <dsp:cNvPr id="0" name=""/>
        <dsp:cNvSpPr/>
      </dsp:nvSpPr>
      <dsp:spPr>
        <a:xfrm>
          <a:off x="1207" y="1171586"/>
          <a:ext cx="3033186" cy="2256537"/>
        </a:xfrm>
        <a:prstGeom prst="chevron">
          <a:avLst>
            <a:gd name="adj" fmla="val 4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A2410F-E9A5-4E4F-B877-E81CFE0FC17D}">
      <dsp:nvSpPr>
        <dsp:cNvPr id="0" name=""/>
        <dsp:cNvSpPr/>
      </dsp:nvSpPr>
      <dsp:spPr>
        <a:xfrm>
          <a:off x="810057" y="2040134"/>
          <a:ext cx="2561357" cy="1104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Hệ</a:t>
          </a:r>
          <a:r>
            <a:rPr lang="en-US" sz="1800" kern="1200" dirty="0"/>
            <a:t> </a:t>
          </a:r>
          <a:r>
            <a:rPr lang="en-US" sz="1800" kern="1200" dirty="0" err="1"/>
            <a:t>thống</a:t>
          </a:r>
          <a:r>
            <a:rPr lang="en-US" sz="1800" kern="1200" dirty="0"/>
            <a:t> </a:t>
          </a:r>
          <a:r>
            <a:rPr lang="en-US" sz="1800" kern="1200" dirty="0" err="1"/>
            <a:t>nguồn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DXClan</a:t>
          </a:r>
          <a:r>
            <a:rPr lang="en-US" sz="1800" kern="1200" dirty="0"/>
            <a:t> (task, </a:t>
          </a:r>
          <a:r>
            <a:rPr lang="en-US" sz="1800" kern="1200" dirty="0" err="1"/>
            <a:t>kpi</a:t>
          </a:r>
          <a:r>
            <a:rPr lang="en-US" sz="1800" kern="1200" dirty="0"/>
            <a:t>)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Jira (task)</a:t>
          </a:r>
        </a:p>
      </dsp:txBody>
      <dsp:txXfrm>
        <a:off x="842417" y="2072494"/>
        <a:ext cx="2496637" cy="1040126"/>
      </dsp:txXfrm>
    </dsp:sp>
    <dsp:sp modelId="{E2EE6BA8-C8BA-4154-8918-8999D64AE0F8}">
      <dsp:nvSpPr>
        <dsp:cNvPr id="0" name=""/>
        <dsp:cNvSpPr/>
      </dsp:nvSpPr>
      <dsp:spPr>
        <a:xfrm>
          <a:off x="3465780" y="1171586"/>
          <a:ext cx="3033186" cy="2256537"/>
        </a:xfrm>
        <a:prstGeom prst="chevron">
          <a:avLst>
            <a:gd name="adj" fmla="val 40000"/>
          </a:avLst>
        </a:prstGeom>
        <a:solidFill>
          <a:schemeClr val="accent4">
            <a:hueOff val="5197846"/>
            <a:satOff val="-23984"/>
            <a:lumOff val="883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2624F0-1ED0-42C9-9F20-0C9BF9924BA4}">
      <dsp:nvSpPr>
        <dsp:cNvPr id="0" name=""/>
        <dsp:cNvSpPr/>
      </dsp:nvSpPr>
      <dsp:spPr>
        <a:xfrm>
          <a:off x="4274630" y="2040134"/>
          <a:ext cx="2561357" cy="1104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5197846"/>
              <a:satOff val="-23984"/>
              <a:lumOff val="88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Tích</a:t>
          </a:r>
          <a:r>
            <a:rPr lang="en-US" sz="1800" kern="1200" dirty="0"/>
            <a:t> </a:t>
          </a:r>
          <a:r>
            <a:rPr lang="en-US" sz="1800" kern="1200" dirty="0" err="1"/>
            <a:t>hợp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Batch job</a:t>
          </a:r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API</a:t>
          </a:r>
        </a:p>
      </dsp:txBody>
      <dsp:txXfrm>
        <a:off x="4306990" y="2072494"/>
        <a:ext cx="2496637" cy="1040126"/>
      </dsp:txXfrm>
    </dsp:sp>
    <dsp:sp modelId="{61A6E788-64ED-4440-81AC-8902222699CC}">
      <dsp:nvSpPr>
        <dsp:cNvPr id="0" name=""/>
        <dsp:cNvSpPr/>
      </dsp:nvSpPr>
      <dsp:spPr>
        <a:xfrm>
          <a:off x="6930354" y="1171586"/>
          <a:ext cx="3033186" cy="2256537"/>
        </a:xfrm>
        <a:prstGeom prst="chevron">
          <a:avLst>
            <a:gd name="adj" fmla="val 40000"/>
          </a:avLst>
        </a:prstGeom>
        <a:solidFill>
          <a:schemeClr val="accent4">
            <a:hueOff val="10395692"/>
            <a:satOff val="-47968"/>
            <a:lumOff val="1765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E49479C-40A9-4928-A12A-C98D2B362F95}">
      <dsp:nvSpPr>
        <dsp:cNvPr id="0" name=""/>
        <dsp:cNvSpPr/>
      </dsp:nvSpPr>
      <dsp:spPr>
        <a:xfrm>
          <a:off x="7739203" y="2040134"/>
          <a:ext cx="2561357" cy="1104846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hueOff val="10395692"/>
              <a:satOff val="-47968"/>
              <a:lumOff val="176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Hệ</a:t>
          </a:r>
          <a:r>
            <a:rPr lang="en-US" sz="1800" kern="1200" dirty="0"/>
            <a:t> </a:t>
          </a:r>
          <a:r>
            <a:rPr lang="en-US" sz="1800" kern="1200" dirty="0" err="1"/>
            <a:t>thống</a:t>
          </a:r>
          <a:r>
            <a:rPr lang="en-US" sz="1800" kern="1200" dirty="0"/>
            <a:t> </a:t>
          </a:r>
          <a:r>
            <a:rPr lang="en-US" sz="1800" kern="1200" dirty="0" err="1"/>
            <a:t>đích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/>
            <a:t>Task, </a:t>
          </a:r>
          <a:r>
            <a:rPr lang="en-US" sz="1800" kern="1200" dirty="0" err="1"/>
            <a:t>Kpi</a:t>
          </a:r>
          <a:endParaRPr lang="en-US" sz="1800" kern="1200" dirty="0"/>
        </a:p>
        <a:p>
          <a:pPr marL="171450" lvl="1" indent="-171450" algn="l" defTabSz="8001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 err="1"/>
            <a:t>Tính</a:t>
          </a:r>
          <a:r>
            <a:rPr lang="en-US" sz="1800" kern="1200" dirty="0"/>
            <a:t> </a:t>
          </a:r>
          <a:r>
            <a:rPr lang="en-US" sz="1800" kern="1200" dirty="0" err="1"/>
            <a:t>lương</a:t>
          </a:r>
          <a:r>
            <a:rPr lang="en-US" sz="1800" kern="1200" dirty="0"/>
            <a:t> </a:t>
          </a:r>
          <a:r>
            <a:rPr lang="en-US" sz="1800" kern="1200" dirty="0" err="1"/>
            <a:t>thưởng</a:t>
          </a:r>
          <a:endParaRPr lang="en-US" sz="1800" kern="1200" dirty="0"/>
        </a:p>
      </dsp:txBody>
      <dsp:txXfrm>
        <a:off x="7771563" y="2072494"/>
        <a:ext cx="2496637" cy="104012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4">
  <dgm:title val=""/>
  <dgm:desc val=""/>
  <dgm:catLst>
    <dgm:cat type="relationship" pri="1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5" srcId="1" destId="11" srcOrd="0" destOrd="0"/>
        <dgm:cxn modelId="16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0"/>
              <dgm:param type="spanAng" val="360"/>
              <dgm:param type="ctrShpMap" val="fNode"/>
            </dgm:alg>
          </dgm:if>
          <dgm:else name="Name4">
            <dgm:choose name="Name5">
              <dgm:if name="Name6" axis="ch ch" ptType="node node" st="1 1" cnt="1 0" func="cnt" op="lte" val="3">
                <dgm:alg type="cycle">
                  <dgm:param type="stAng" val="-55"/>
                  <dgm:param type="spanAng" val="110"/>
                  <dgm:param type="ctrShpMap" val="fNode"/>
                </dgm:alg>
              </dgm:if>
              <dgm:else name="Name7">
                <dgm:choose name="Name8">
                  <dgm:if name="Name9" axis="ch ch" ptType="node node" st="1 1" cnt="1 0" func="cnt" op="equ" val="4">
                    <dgm:alg type="cycle">
                      <dgm:param type="stAng" val="-75"/>
                      <dgm:param type="spanAng" val="150"/>
                      <dgm:param type="ctrShpMap" val="fNode"/>
                    </dgm:alg>
                  </dgm:if>
                  <dgm:else name="Name10">
                    <dgm:alg type="cycle">
                      <dgm:param type="stAng" val="-90"/>
                      <dgm:param type="spanAng" val="180"/>
                      <dgm:param type="ctrShpMap" val="fNode"/>
                    </dgm:alg>
                  </dgm:else>
                </dgm:choose>
              </dgm:else>
            </dgm:choose>
          </dgm:else>
        </dgm:choose>
      </dgm:if>
      <dgm:else name="Name11">
        <dgm:choose name="Name12">
          <dgm:if name="Name13" axis="ch ch" ptType="node node" st="1 1" cnt="1 0" func="cnt" op="lte" val="1">
            <dgm:alg type="cycle">
              <dgm:param type="stAng" val="0"/>
              <dgm:param type="spanAng" val="-360"/>
              <dgm:param type="ctrShpMap" val="fNode"/>
            </dgm:alg>
          </dgm:if>
          <dgm:else name="Name14">
            <dgm:choose name="Name15">
              <dgm:if name="Name16" axis="ch ch" ptType="node node" st="1 1" cnt="1 0" func="cnt" op="lte" val="3">
                <dgm:alg type="cycle">
                  <dgm:param type="stAng" val="55"/>
                  <dgm:param type="spanAng" val="-110"/>
                  <dgm:param type="ctrShpMap" val="fNode"/>
                </dgm:alg>
              </dgm:if>
              <dgm:else name="Name17">
                <dgm:choose name="Name18">
                  <dgm:if name="Name19" axis="ch ch" ptType="node node" st="1 1" cnt="1 0" func="cnt" op="equ" val="4">
                    <dgm:alg type="cycle">
                      <dgm:param type="stAng" val="75"/>
                      <dgm:param type="spanAng" val="-150"/>
                      <dgm:param type="ctrShpMap" val="fNode"/>
                    </dgm:alg>
                  </dgm:if>
                  <dgm:else name="Name20">
                    <dgm:alg type="cycle">
                      <dgm:param type="stAng" val="90"/>
                      <dgm:param type="spanAng" val="-180"/>
                      <dgm:param type="ctrShpMap" val="fNode"/>
                    </dgm:alg>
                  </dgm:else>
                </dgm:choose>
              </dgm:else>
            </dgm:choose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fact="0.95"/>
      <dgm:constr type="h" for="ch" forName="parTrans" refType="w" refFor="ch" refForName="centerShape" fact="0.285"/>
      <dgm:constr type="sp" refType="w" refFor="ch" refForName="centerShape" op="equ" fact="0.23"/>
      <dgm:constr type="sibSp" refType="w" refFor="ch" refForName="node" fact="0.1"/>
      <dgm:constr type="primFontSz" for="ch" forName="node" op="equ"/>
    </dgm:constrLst>
    <dgm:choose name="Name21">
      <dgm:if name="Name22" axis="ch ch" ptType="node node" st="1 1" cnt="1 0" func="cnt" op="lte" val="5">
        <dgm:ruleLst>
          <dgm:rule type="w" for="ch" forName="centerShape" val="NaN" fact="0.27" max="NaN"/>
        </dgm:ruleLst>
      </dgm:if>
      <dgm:else name="Name23">
        <dgm:ruleLst>
          <dgm:rule type="w" for="ch" forName="centerShape" val="NaN" fact="0.27" max="NaN"/>
          <dgm:rule type="w" for="ch" forName="node" val="NaN" fact="0.7" max="NaN"/>
        </dgm:ruleLst>
      </dgm:else>
    </dgm:choose>
    <dgm:forEach name="Name24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  <dgm:constr type="primFontSz" val="65"/>
          <dgm:constr type="h" refType="w"/>
        </dgm:constrLst>
        <dgm:ruleLst>
          <dgm:rule type="primFontSz" val="5" fact="NaN" max="NaN"/>
        </dgm:ruleLst>
      </dgm:layoutNode>
      <dgm:forEach name="Name25" axis="ch">
        <dgm:forEach name="Name26" axis="self" ptType="parTrans">
          <dgm:layoutNode name="parTrans" styleLbl="bgSibTrans2D1">
            <dgm:alg type="conn">
              <dgm:param type="begPts" val="auto"/>
              <dgm:param type="endPts" val="ctr"/>
              <dgm:param type="endSty" val="noArr"/>
              <dgm:param type="begSty" val="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begPad" refType="connDist" fact="0.055"/>
              <dgm:constr type="endPad"/>
            </dgm:constrLst>
            <dgm:ruleLst/>
          </dgm:layoutNode>
        </dgm:forEach>
        <dgm:forEach name="Name27" axis="self" ptType="node">
          <dgm:layoutNode name="node" styleLbl="node1">
            <dgm:varLst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primFontSz" val="65"/>
              <dgm:constr type="h" refType="w" fact="0.8"/>
              <dgm:constr type="tMarg" refType="primFontSz" fact="0.15"/>
              <dgm:constr type="bMarg" refType="primFontSz" fact="0.15"/>
              <dgm:constr type="lMarg" refType="primFontSz" fact="0.15"/>
              <dgm:constr type="rMarg" refType="primFontSz" fact="0.1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HalfCircleOrganizationChart">
  <dgm:title val=""/>
  <dgm:desc val=""/>
  <dgm:catLst>
    <dgm:cat type="hierarchy" pri="1500"/>
  </dgm:catLst>
  <dgm:samp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 type="asst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Name0">
    <dgm:varLst>
      <dgm:orgChart val="1"/>
      <dgm:chPref val="1"/>
      <dgm:dir/>
      <dgm:animOne val="branch"/>
      <dgm:animLvl val="lvl"/>
      <dgm:resizeHandles/>
    </dgm:varLst>
    <dgm:choose name="Name1">
      <dgm:if name="Name2" func="var" arg="dir" op="equ" val="norm">
        <dgm:alg type="hierChild">
          <dgm:param type="linDir" val="fromL"/>
        </dgm:alg>
      </dgm:if>
      <dgm:else name="Name3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2" refType="w" fact="10"/>
      <dgm:constr type="h" for="des" forName="rootComposite2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forEach name="Name4" axis="ch">
      <dgm:forEach name="Name5" axis="self" ptType="node">
        <dgm:layoutNode name="hierRoot1">
          <dgm:varLst>
            <dgm:hierBranch val="init"/>
          </dgm:varLst>
          <dgm:choose name="Name6">
            <dgm:if name="Name7" func="var" arg="hierBranch" op="equ" val="l">
              <dgm:alg type="hierRoot">
                <dgm:param type="hierAlign" val="tR"/>
              </dgm:alg>
              <dgm:constrLst>
                <dgm:constr type="alignOff" val="0.65"/>
              </dgm:constrLst>
            </dgm:if>
            <dgm:if name="Name8" func="var" arg="hierBranch" op="equ" val="r">
              <dgm:alg type="hierRoot">
                <dgm:param type="hierAlign" val="tL"/>
              </dgm:alg>
              <dgm:constrLst>
                <dgm:constr type="alignOff" val="0.65"/>
              </dgm:constrLst>
            </dgm:if>
            <dgm:if name="Name9" func="var" arg="hierBranch" op="equ" val="hang">
              <dgm:alg type="hierRoot"/>
              <dgm:constrLst>
                <dgm:constr type="alignOff" val="0.65"/>
              </dgm:constrLst>
            </dgm:if>
            <dgm:else name="Name10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1">
              <dgm:if name="Name12" func="var" arg="hierBranch" op="equ" val="init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3" func="var" arg="hierBranch" op="equ" val="l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if name="Name14" func="var" arg="hierBranch" op="equ" val="r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if>
              <dgm:else name="Name15">
                <dgm:constrLst>
                  <dgm:constr type="l" for="ch" forName="rootText1"/>
                  <dgm:constr type="t" for="ch" forName="rootText1" refType="h" fact="0.18"/>
                  <dgm:constr type="w" for="ch" forName="rootText1" refType="w"/>
                  <dgm:constr type="h" for="ch" forName="rootText1" refType="h" fact="0.64"/>
                  <dgm:constr type="l" for="ch" forName="topArc1" refType="w" fact="0.25"/>
                  <dgm:constr type="t" for="ch" forName="topArc1"/>
                  <dgm:constr type="w" for="ch" forName="topArc1" refType="h" refFor="ch" refForName="topArc1"/>
                  <dgm:constr type="h" for="ch" forName="topArc1" refType="h"/>
                  <dgm:constr type="l" for="ch" forName="bottomArc1" refType="w" fact="0.25"/>
                  <dgm:constr type="t" for="ch" forName="bottomArc1"/>
                  <dgm:constr type="w" for="ch" forName="bottomArc1" refType="h" refFor="ch" refForName="bottomArc1"/>
                  <dgm:constr type="h" for="ch" forName="bottomArc1" refType="h"/>
                  <dgm:constr type="ctrX" for="ch" forName="topConnNode1" refType="w" fact="0.5"/>
                  <dgm:constr type="t" for="ch" forName="topConnNode1"/>
                  <dgm:constr type="w" for="ch" forName="topConnNode1" refType="h" fact="0.76"/>
                  <dgm:constr type="b" for="ch" forName="topConnNode1" refType="t" refFor="ch" refForName="rootText1"/>
                </dgm:constrLst>
              </dgm:else>
            </dgm:choose>
            <dgm:layoutNode name="rootText1" styleLbl="alignAcc1">
              <dgm:varLst>
                <dgm:chPref val="3"/>
              </dgm:varLst>
              <dgm:alg type="tx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top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-140"/>
                  <dgm:adj idx="2" val="-40"/>
                </dgm:adjLst>
              </dgm:shape>
              <dgm:presOf/>
            </dgm:layoutNode>
            <dgm:layoutNode name="bottomArc1" styleLbl="parChTrans1D1" moveWith="rootText1">
              <dgm:alg type="sp"/>
              <dgm:shape xmlns:r="http://schemas.openxmlformats.org/officeDocument/2006/relationships" type="arc" r:blip="" zOrderOff="-2">
                <dgm:adjLst>
                  <dgm:adj idx="1" val="40"/>
                  <dgm:adj idx="2" val="140"/>
                </dgm:adjLst>
              </dgm:shape>
              <dgm:presOf/>
            </dgm:layoutNode>
            <dgm:layoutNode name="topConnNode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</dgm:layoutNode>
          </dgm:layoutNode>
          <dgm:layoutNode name="hierChild2">
            <dgm:choose name="Name16">
              <dgm:if name="Name17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18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19" func="var" arg="hierBranch" op="equ" val="hang">
                <dgm:choose name="Name20">
                  <dgm:if name="Name21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2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3">
                <dgm:choose name="Name24">
                  <dgm:if name="Name25" func="var" arg="dir" op="equ" val="norm">
                    <dgm:alg type="hierChild"/>
                  </dgm:if>
                  <dgm:else name="Name26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a" axis="ch" ptType="nonAsst">
              <dgm:forEach name="Name27" axis="precedSib" ptType="parTrans" st="-1" cnt="1">
                <dgm:layoutNode name="Name28">
                  <dgm:choose name="Name29">
                    <dgm:if name="Name30" func="var" arg="hierBranch" op="equ" val="std">
                      <dgm:choose name="Name31">
                        <dgm:if name="Name32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1"/>
                            <dgm:param type="dstNode" val="topArc2"/>
                          </dgm:alg>
                        </dgm:if>
                        <dgm:if name="Name33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3"/>
                            <dgm:param type="dstNode" val="topArc2"/>
                          </dgm:alg>
                        </dgm:if>
                        <dgm:else name="Name3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  <dgm:param type="srcNode" val="bottomArc2"/>
                            <dgm:param type="dstNode" val="topArc2"/>
                          </dgm:alg>
                        </dgm:else>
                      </dgm:choose>
                    </dgm:if>
                    <dgm:if name="Name35" func="var" arg="hierBranch" op="equ" val="init">
                      <dgm:choose name="Name36">
                        <dgm:if name="Name37" axis="self" func="depth" op="lte" val="2">
                          <dgm:choose name="Name38">
                            <dgm:if name="Name39" axis="self" func="depth" op="lte" val="2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1"/>
                                <dgm:param type="dstNode" val="topArc2"/>
                              </dgm:alg>
                            </dgm:if>
                            <dgm:if name="Name40" axis="par" ptType="asst" func="cnt" op="equ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3"/>
                                <dgm:param type="dstNode" val="topArc2"/>
                              </dgm:alg>
                            </dgm:if>
                            <dgm:else name="Name4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  <dgm:param type="srcNode" val="bottomArc2"/>
                                <dgm:param type="dstNode" val="topArc2"/>
                              </dgm:alg>
                            </dgm:else>
                          </dgm:choose>
                        </dgm:if>
                        <dgm:else name="Name42">
                          <dgm:choose name="Name43">
                            <dgm:if name="Name44" axis="par des" func="maxDepth" op="lte" val="1">
                              <dgm:choose name="Name45">
                                <dgm:if name="Name46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1"/>
                                    <dgm:param type="dstNode" val="topConnNode2"/>
                                  </dgm:alg>
                                </dgm:if>
                                <dgm:if name="Name47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3"/>
                                    <dgm:param type="dstNode" val="topConnNode2"/>
                                  </dgm:alg>
                                </dgm:if>
                                <dgm:else name="Name48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bL bR"/>
                                    <dgm:param type="srcNode" val="bottomArc2"/>
                                    <dgm:param type="dstNode" val="topConnNode2"/>
                                  </dgm:alg>
                                </dgm:else>
                              </dgm:choose>
                            </dgm:if>
                            <dgm:else name="Name49">
                              <dgm:choose name="Name50">
                                <dgm:if name="Name51" axis="self" func="depth" op="lte" val="2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1"/>
                                    <dgm:param type="dstNode" val="topArc2"/>
                                  </dgm:alg>
                                </dgm:if>
                                <dgm:if name="Name52" axis="par" ptType="asst" func="cnt" op="equ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3"/>
                                    <dgm:param type="dstNode" val="topArc2"/>
                                  </dgm:alg>
                                </dgm:if>
                                <dgm:else name="Name53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tCtr"/>
                                    <dgm:param type="bendPt" val="end"/>
                                    <dgm:param type="srcNode" val="bottomArc2"/>
                                    <dgm:param type="dstNode" val="topArc2"/>
                                  </dgm:alg>
                                </dgm:else>
                              </dgm:choose>
                            </dgm:else>
                          </dgm:choose>
                        </dgm:else>
                      </dgm:choose>
                    </dgm:if>
                    <dgm:else name="Name54">
                      <dgm:choose name="Name55">
                        <dgm:if name="Name56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1"/>
                            <dgm:param type="dstNode" val="topConnNode2"/>
                          </dgm:alg>
                        </dgm:if>
                        <dgm:if name="Name57" axis="par" ptType="asst" func="cnt" op="equ" val="1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3"/>
                            <dgm:param type="dstNode" val="topConnNode2"/>
                          </dgm:alg>
                        </dgm:if>
                        <dgm:else name="Name58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bL bR"/>
                            <dgm:param type="srcNode" val="bottomArc2"/>
                            <dgm:param type="dstNode" val="topConnNode2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2">
                <dgm:varLst>
                  <dgm:hierBranch val="init"/>
                </dgm:varLst>
                <dgm:choose name="Name59">
                  <dgm:if name="Name60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1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62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3" func="var" arg="hierBranch" op="equ" val="init">
                    <dgm:choose name="Name64">
                      <dgm:if name="Name65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6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layoutNode name="rootComposite2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8">
                    <dgm:if name="Name69" func="var" arg="hierBranch" op="equ" val="init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0" func="var" arg="hierBranch" op="equ" val="l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if name="Name71" func="var" arg="hierBranch" op="equ" val="r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if>
                    <dgm:else name="Name72">
                      <dgm:constrLst>
                        <dgm:constr type="l" for="ch" forName="rootText2"/>
                        <dgm:constr type="t" for="ch" forName="rootText2" refType="h" fact="0.18"/>
                        <dgm:constr type="w" for="ch" forName="rootText2" refType="w"/>
                        <dgm:constr type="h" for="ch" forName="rootText2" refType="h" fact="0.64"/>
                        <dgm:constr type="l" for="ch" forName="topArc2" refType="w" fact="0.25"/>
                        <dgm:constr type="t" for="ch" forName="topArc2"/>
                        <dgm:constr type="w" for="ch" forName="topArc2" refType="h" refFor="ch" refForName="topArc2"/>
                        <dgm:constr type="h" for="ch" forName="topArc2" refType="h"/>
                        <dgm:constr type="l" for="ch" forName="bottomArc2" refType="w" fact="0.25"/>
                        <dgm:constr type="t" for="ch" forName="bottomArc2"/>
                        <dgm:constr type="w" for="ch" forName="bottomArc2" refType="h" refFor="ch" refForName="bottomArc2"/>
                        <dgm:constr type="h" for="ch" forName="bottomArc2" refType="h"/>
                        <dgm:constr type="ctrX" for="ch" forName="topConnNode2" refType="w" fact="0.5"/>
                        <dgm:constr type="t" for="ch" forName="topConnNode2"/>
                        <dgm:constr type="w" for="ch" forName="topConnNode2" refType="h" fact="0.76"/>
                        <dgm:constr type="b" for="ch" forName="topConnNode2" refType="t" refFor="ch" refForName="rootText2"/>
                      </dgm:constrLst>
                    </dgm:else>
                  </dgm:choose>
                  <dgm:layoutNode name="rootText2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2" styleLbl="parChTrans1D1" moveWith="rootText2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2" moveWith="rootText2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4">
                  <dgm:choose name="Name73">
                    <dgm:if name="Name7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6" func="var" arg="hierBranch" op="equ" val="hang">
                      <dgm:choose name="Name77">
                        <dgm:if name="Name7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80" func="var" arg="hierBranch" op="equ" val="std">
                      <dgm:choose name="Name81">
                        <dgm:if name="Name82" func="var" arg="dir" op="equ" val="norm">
                          <dgm:alg type="hierChild"/>
                        </dgm:if>
                        <dgm:else name="Name8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4" func="var" arg="hierBranch" op="equ" val="init">
                      <dgm:choose name="Name85">
                        <dgm:if name="Name8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87">
                          <dgm:choose name="Name88">
                            <dgm:if name="Name89" func="var" arg="dir" op="equ" val="norm">
                              <dgm:alg type="hierChild"/>
                            </dgm:if>
                            <dgm:else name="Name9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91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2" ref="rep2a"/>
                </dgm:layoutNode>
                <dgm:layoutNode name="hierChild5">
                  <dgm:choose name="Name93">
                    <dgm:if name="Name9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96" ref="rep2b"/>
                </dgm:layoutNode>
              </dgm:layoutNode>
            </dgm:forEach>
          </dgm:layoutNode>
          <dgm:layoutNode name="hierChild3">
            <dgm:choose name="Name97">
              <dgm:if name="Name9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2b" axis="ch" ptType="asst">
              <dgm:forEach name="Name100" axis="precedSib" ptType="parTrans" st="-1" cnt="1">
                <dgm:layoutNode name="Name101">
                  <dgm:choose name="Name102">
                    <dgm:if name="Name103" axis="self" func="depth" op="lte" val="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1"/>
                        <dgm:param type="dstNode" val="topConnNode3"/>
                      </dgm:alg>
                    </dgm:if>
                    <dgm:if name="Name104" axis="par" ptType="asst" func="cnt" op="equ" val="1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3"/>
                        <dgm:param type="dstNode" val="topConnNode3"/>
                      </dgm:alg>
                    </dgm:if>
                    <dgm:else name="Name10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bL bR"/>
                        <dgm:param type="srcNode" val="bottomArc2"/>
                        <dgm:param type="dstNode" val="topConnNode3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layoutNode name="hierRoot3">
                <dgm:varLst>
                  <dgm:hierBranch val="init"/>
                </dgm:varLst>
                <dgm:choose name="Name106">
                  <dgm:if name="Name107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8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9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0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1" func="var" arg="hierBranch" op="equ" val="init">
                    <dgm:choose name="Name112">
                      <dgm:if name="Name113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14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15"/>
                </dgm:choose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16">
                    <dgm:if name="Name117" func="var" arg="hierBranch" op="equ" val="init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8" func="var" arg="hierBranch" op="equ" val="l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if name="Name119" func="var" arg="hierBranch" op="equ" val="r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if>
                    <dgm:else name="Name120">
                      <dgm:constrLst>
                        <dgm:constr type="l" for="ch" forName="rootText3"/>
                        <dgm:constr type="t" for="ch" forName="rootText3" refType="h" fact="0.18"/>
                        <dgm:constr type="w" for="ch" forName="rootText3" refType="w"/>
                        <dgm:constr type="h" for="ch" forName="rootText3" refType="h" fact="0.64"/>
                        <dgm:constr type="l" for="ch" forName="topArc3" refType="w" fact="0.25"/>
                        <dgm:constr type="t" for="ch" forName="topArc3"/>
                        <dgm:constr type="w" for="ch" forName="topArc3" refType="h" refFor="ch" refForName="topArc3"/>
                        <dgm:constr type="h" for="ch" forName="topArc3" refType="h"/>
                        <dgm:constr type="l" for="ch" forName="bottomArc3" refType="w" fact="0.25"/>
                        <dgm:constr type="t" for="ch" forName="bottomArc3"/>
                        <dgm:constr type="w" for="ch" forName="bottomArc3" refType="h" refFor="ch" refForName="bottomArc3"/>
                        <dgm:constr type="h" for="ch" forName="bottomArc3" refType="h"/>
                        <dgm:constr type="ctrX" for="ch" forName="topConnNode3" refType="w" fact="0.5"/>
                        <dgm:constr type="t" for="ch" forName="topConnNode3"/>
                        <dgm:constr type="w" for="ch" forName="topConnNode3" refType="h" fact="0.76"/>
                        <dgm:constr type="b" for="ch" forName="topConnNode3" refType="t" refFor="ch" refForName="rootText3"/>
                      </dgm:constrLst>
                    </dgm:else>
                  </dgm:choose>
                  <dgm:layoutNode name="rootText3" styleLbl="alignAcc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top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-140"/>
                        <dgm:adj idx="2" val="-40"/>
                      </dgm:adjLst>
                    </dgm:shape>
                    <dgm:presOf/>
                  </dgm:layoutNode>
                  <dgm:layoutNode name="bottomArc3" styleLbl="parChTrans1D1" moveWith="rootText3">
                    <dgm:alg type="sp"/>
                    <dgm:shape xmlns:r="http://schemas.openxmlformats.org/officeDocument/2006/relationships" type="arc" r:blip="" zOrderOff="-2">
                      <dgm:adjLst>
                        <dgm:adj idx="1" val="40"/>
                        <dgm:adj idx="2" val="140"/>
                      </dgm:adjLst>
                    </dgm:shape>
                    <dgm:presOf/>
                  </dgm:layoutNode>
                  <dgm:layoutNode name="topConnNode3" moveWith="rootText3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</dgm:layoutNode>
                </dgm:layoutNode>
                <dgm:layoutNode name="hierChild6">
                  <dgm:choose name="Name121">
                    <dgm:if name="Name12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24" func="var" arg="hierBranch" op="equ" val="hang">
                      <dgm:choose name="Name125">
                        <dgm:if name="Name12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2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28" func="var" arg="hierBranch" op="equ" val="std">
                      <dgm:choose name="Name129">
                        <dgm:if name="Name130" func="var" arg="dir" op="equ" val="norm">
                          <dgm:alg type="hierChild"/>
                        </dgm:if>
                        <dgm:else name="Name13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2" func="var" arg="hierBranch" op="equ" val="init">
                      <dgm:choose name="Name133">
                        <dgm:if name="Name134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35">
                          <dgm:alg type="hierChild"/>
                        </dgm:else>
                      </dgm:choose>
                    </dgm:if>
                    <dgm:else name="Name136"/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37" ref="rep2a"/>
                </dgm:layoutNode>
                <dgm:layoutNode name="hierChild7">
                  <dgm:choose name="Name138">
                    <dgm:if name="Name13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forEach name="Name141" ref="rep2b"/>
                </dgm:layoutNode>
              </dgm:layoutNode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8/layout/HorizontalMultiLevelHierarchy">
  <dgm:title val=""/>
  <dgm:desc val=""/>
  <dgm:catLst>
    <dgm:cat type="hierarchy" pri="46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 val="exact"/>
    </dgm:varLst>
    <dgm:choose name="Name1">
      <dgm:if name="Name2" func="var" arg="dir" op="equ" val="norm">
        <dgm:alg type="hierChild">
          <dgm:param type="linDir" val="fromT"/>
          <dgm:param type="chAlign" val="l"/>
        </dgm:alg>
      </dgm:if>
      <dgm:else name="Name3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LevelOneTextNode" refType="h"/>
      <dgm:constr type="w" for="des" forName="LevelOneTextNode" refType="h" refFor="des" refForName="LevelOneTextNode" fact="0.19"/>
      <dgm:constr type="h" for="des" forName="LevelTwoTextNode" refType="w" refFor="des" refForName="LevelOneTextNode"/>
      <dgm:constr type="w" for="des" forName="LevelTwoTextNode" refType="h" refFor="des" refForName="LevelTwoTextNode" fact="3.28"/>
      <dgm:constr type="sibSp" refType="h" refFor="des" refForName="LevelTwoTextNode" op="equ" fact="0.25"/>
      <dgm:constr type="sibSp" for="des" forName="level2hierChild" refType="h" refFor="des" refForName="LevelTwoTextNode" op="equ" fact="0.25"/>
      <dgm:constr type="sibSp" for="des" forName="level3hierChild" refType="h" refFor="des" refForName="LevelTwoTextNode" op="equ" fact="0.25"/>
      <dgm:constr type="sp" for="des" forName="root1" refType="w" refFor="des" refForName="LevelTwoTextNode" fact="0.2"/>
      <dgm:constr type="sp" for="des" forName="root2" refType="sp" refFor="des" refForName="root1" op="equ"/>
      <dgm:constr type="primFontSz" for="des" forName="LevelOneTextNode" op="equ" val="65"/>
      <dgm:constr type="primFontSz" for="des" forName="LevelTwoTextNode" op="equ" val="65"/>
      <dgm:constr type="primFontSz" for="des" forName="LevelTwoTextNode" refType="primFontSz" refFor="des" refForName="LevelOneTextNode" op="lte"/>
      <dgm:constr type="primFontSz" for="des" forName="connTx" op="equ" val="50"/>
      <dgm:constr type="primFontSz" for="des" forName="connTx" refType="primFontSz" refFor="des" refForName="LevelOneTextNode" op="lte" fact="0.78"/>
    </dgm:constrLst>
    <dgm:forEach name="Name4" axis="ch">
      <dgm:forEach name="Name5" axis="self" ptType="node">
        <dgm:layoutNode name="root1">
          <dgm:choose name="Name6">
            <dgm:if name="Name7" func="var" arg="dir" op="equ" val="norm">
              <dgm:alg type="hierRoot">
                <dgm:param type="hierAlign" val="lCtrCh"/>
              </dgm:alg>
            </dgm:if>
            <dgm:else name="Name8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layoutNode name="LevelOneTextNode" styleLbl="node0">
            <dgm:varLst>
              <dgm:chPref val="3"/>
            </dgm:varLst>
            <dgm:alg type="tx">
              <dgm:param type="autoTxRot" val="grav"/>
            </dgm:alg>
            <dgm:choose name="Name9">
              <dgm:if name="Name10" func="var" arg="dir" op="equ" val="norm">
                <dgm:shape xmlns:r="http://schemas.openxmlformats.org/officeDocument/2006/relationships" rot="270" type="rect" r:blip="">
                  <dgm:adjLst/>
                </dgm:shape>
              </dgm:if>
              <dgm:else name="Name11">
                <dgm:shape xmlns:r="http://schemas.openxmlformats.org/officeDocument/2006/relationships" rot="90" type="rect" r:blip="">
                  <dgm:adjLst/>
                </dgm:shape>
              </dgm:else>
            </dgm:choos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2" fact="NaN" max="NaN"/>
            </dgm:ruleLst>
          </dgm:layoutNode>
          <dgm:layoutNode name="level2hierChild">
            <dgm:choose name="Name12">
              <dgm:if name="Name13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4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forEach name="repeat" axis="ch">
              <dgm:forEach name="Name15" axis="self" ptType="parTrans" cnt="1">
                <dgm:layoutNode name="conn2-1">
                  <dgm:choose name="Name16">
                    <dgm:if name="Name17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  <dgm:param type="connRout" val="bend"/>
                      </dgm:alg>
                    </dgm:if>
                    <dgm:else name="Name18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  <dgm:param type="connRout" val="bend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9" axis="self" ptType="node">
                <dgm:layoutNode name="root2">
                  <dgm:choose name="Name20">
                    <dgm:if name="Name21" func="var" arg="dir" op="equ" val="norm">
                      <dgm:alg type="hierRoot">
                        <dgm:param type="hierAlign" val="lCtrCh"/>
                      </dgm:alg>
                    </dgm:if>
                    <dgm:else name="Name22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2" fact="NaN" max="NaN"/>
                    </dgm:ruleLst>
                  </dgm:layoutNode>
                  <dgm:layoutNode name="level3hierChild">
                    <dgm:choose name="Name23">
                      <dgm:if name="Name24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5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forEach name="Name26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chevronAccent+Icon">
  <dgm:title val="Chevron Accent Process"/>
  <dgm:desc val="Use to show sequential steps in a task, process, or workflow, or to emphasize movement or direction. Works best with minimal Level 1 and Level 2 text."/>
  <dgm:catLst>
    <dgm:cat type="process" pri="9500"/>
    <dgm:cat type="officeonline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primFontSz" for="des" forName="txNode" op="equ" val="65"/>
      <dgm:constr type="w" for="ch" forName="compositeSpace" refType="w" refFor="ch" refForName="composite" fact="0.02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bgChev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 refType="w" fact="0.24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if>
          <dgm:else name="Name7">
            <dgm:constrLst>
              <dgm:constr type="l" for="ch" forName="bgChev" refType="w" fact="0.1"/>
              <dgm:constr type="w" for="ch" forName="bgChev" refType="w" fact="0.9"/>
              <dgm:constr type="t" for="ch" forName="bgChev"/>
              <dgm:constr type="h" for="ch" forName="bgChev" refType="w" refFor="ch" refForName="bgChev" fact="0.386"/>
              <dgm:constr type="l" for="ch" forName="txNode"/>
              <dgm:constr type="w" for="ch" forName="txNode" refType="w" fact="0.76"/>
              <dgm:constr type="t" for="ch" forName="txNode" refType="h" refFor="ch" refForName="bgChev" fact="0.25"/>
              <dgm:constr type="h" for="ch" forName="txNode" refType="h" refFor="ch" refForName="bgChev"/>
            </dgm:constrLst>
          </dgm:else>
        </dgm:choose>
        <dgm:ruleLst/>
        <dgm:layoutNode name="bgChev" styleLbl="node1">
          <dgm:alg type="sp"/>
          <dgm:choose name="Name8">
            <dgm:if name="Name9" func="var" arg="dir" op="equ" val="norm">
              <dgm:shape xmlns:r="http://schemas.openxmlformats.org/officeDocument/2006/relationships" type="chevron" r:blip="">
                <dgm:adjLst>
                  <dgm:adj idx="1" val="0.4"/>
                </dgm:adjLst>
              </dgm:shape>
            </dgm:if>
            <dgm:else name="Name10">
              <dgm:shape xmlns:r="http://schemas.openxmlformats.org/officeDocument/2006/relationships" rot="180" type="chevron" r:blip="">
                <dgm:adjLst>
                  <dgm:adj idx="1" val="0.4"/>
                </dgm:adjLst>
              </dgm:shape>
            </dgm:else>
          </dgm:choose>
          <dgm:presOf/>
          <dgm:constrLst/>
        </dgm:layoutNode>
        <dgm:layoutNode name="txNode" styleLbl="fgAcc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ruleLst>
            <dgm:rule type="primFontSz" val="5" fact="NaN" max="NaN"/>
          </dgm:ruleLst>
        </dgm:layoutNode>
      </dgm:layoutNode>
      <dgm:forEach name="Name11" axis="followSib" ptType="sibTrans" cnt="1">
        <dgm:layoutNode name="compositeSpace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209061-6C39-450F-A509-8FFE57C1251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A174-BD37-4CF9-A3FC-30F95FD306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6156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đề</a:t>
            </a:r>
            <a:r>
              <a:rPr lang="en-US" dirty="0"/>
              <a:t> </a:t>
            </a:r>
            <a:r>
              <a:rPr lang="en-US" dirty="0" err="1"/>
              <a:t>tài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, </a:t>
            </a:r>
            <a:r>
              <a:rPr lang="en-US" dirty="0" err="1"/>
              <a:t>em</a:t>
            </a:r>
            <a:r>
              <a:rPr lang="en-US" dirty="0"/>
              <a:t> </a:t>
            </a:r>
            <a:r>
              <a:rPr lang="en-US" dirty="0" err="1"/>
              <a:t>xin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dung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 marL="228600" indent="-228600">
              <a:buAutoNum type="arabicPeriod"/>
            </a:pP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cấp</a:t>
            </a:r>
            <a:r>
              <a:rPr lang="en-US" dirty="0"/>
              <a:t> </a:t>
            </a:r>
            <a:r>
              <a:rPr lang="en-US" dirty="0" err="1"/>
              <a:t>thiết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nói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nhu</a:t>
            </a:r>
            <a:r>
              <a:rPr lang="en-US" dirty="0"/>
              <a:t> </a:t>
            </a:r>
            <a:r>
              <a:rPr lang="en-US" dirty="0" err="1"/>
              <a:t>cầu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mức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vấn</a:t>
            </a:r>
            <a:r>
              <a:rPr lang="en-US" dirty="0"/>
              <a:t> </a:t>
            </a:r>
            <a:r>
              <a:rPr lang="en-US" dirty="0" err="1"/>
              <a:t>đề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PrBBNKBIDV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ty</a:t>
            </a:r>
          </a:p>
          <a:p>
            <a:pPr marL="228600" indent="-228600">
              <a:buAutoNum type="arabicPeriod"/>
            </a:pP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 </a:t>
            </a:r>
            <a:r>
              <a:rPr lang="en-US" dirty="0" err="1"/>
              <a:t>bày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đạt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</a:t>
            </a:r>
            <a:r>
              <a:rPr lang="en-US" dirty="0" err="1"/>
              <a:t>trạng</a:t>
            </a:r>
            <a:r>
              <a:rPr lang="en-US" dirty="0"/>
              <a:t> </a:t>
            </a:r>
            <a:r>
              <a:rPr lang="en-US" dirty="0" err="1"/>
              <a:t>trên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hướng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ra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giải</a:t>
            </a:r>
            <a:r>
              <a:rPr lang="en-US" dirty="0"/>
              <a:t> </a:t>
            </a:r>
            <a:r>
              <a:rPr lang="en-US" dirty="0" err="1"/>
              <a:t>pháp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,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đánh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khoán</a:t>
            </a:r>
            <a:r>
              <a:rPr lang="en-US" dirty="0"/>
              <a:t>, </a:t>
            </a:r>
            <a:r>
              <a:rPr lang="en-US" dirty="0" err="1"/>
              <a:t>tạm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quả </a:t>
            </a:r>
            <a:r>
              <a:rPr lang="en-US" dirty="0" err="1"/>
              <a:t>dự</a:t>
            </a:r>
            <a:r>
              <a:rPr lang="en-US" dirty="0"/>
              <a:t> </a:t>
            </a:r>
            <a:r>
              <a:rPr lang="en-US" dirty="0" err="1"/>
              <a:t>án</a:t>
            </a:r>
            <a:endParaRPr lang="en-US" dirty="0"/>
          </a:p>
          <a:p>
            <a:pPr marL="228600" indent="-228600">
              <a:buAutoNum type="arabicPeriod"/>
            </a:pP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phát</a:t>
            </a:r>
            <a:r>
              <a:rPr lang="en-US" dirty="0"/>
              <a:t> </a:t>
            </a:r>
            <a:r>
              <a:rPr lang="en-US" dirty="0" err="1"/>
              <a:t>triển</a:t>
            </a:r>
            <a:r>
              <a:rPr lang="en-US" dirty="0"/>
              <a:t>: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đưa</a:t>
            </a:r>
            <a:r>
              <a:rPr lang="en-US" dirty="0"/>
              <a:t> ra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</a:t>
            </a:r>
            <a:r>
              <a:rPr lang="en-US" dirty="0" err="1"/>
              <a:t>quy</a:t>
            </a:r>
            <a:r>
              <a:rPr lang="en-US" dirty="0"/>
              <a:t> </a:t>
            </a:r>
            <a:r>
              <a:rPr lang="en-US" dirty="0" err="1"/>
              <a:t>trình</a:t>
            </a:r>
            <a:r>
              <a:rPr lang="en-US" dirty="0"/>
              <a:t>,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công</a:t>
            </a:r>
            <a:r>
              <a:rPr lang="en-US" dirty="0"/>
              <a:t> </a:t>
            </a:r>
            <a:r>
              <a:rPr lang="en-US" dirty="0" err="1"/>
              <a:t>thức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đóng</a:t>
            </a:r>
            <a:r>
              <a:rPr lang="en-US" dirty="0"/>
              <a:t> </a:t>
            </a:r>
            <a:r>
              <a:rPr lang="en-US" dirty="0" err="1"/>
              <a:t>góp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trình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5049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ngoài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: bao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gồm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như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issue,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họp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raci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nằm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ngoài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như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đào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học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chứng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yêu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hoặc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hồ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mời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thầu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giai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đoạn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nhóm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Tận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tối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lực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tối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lực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ở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đây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bổ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bussy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mỗi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chí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trên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100%,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mỗi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cần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phải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cố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gắng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vì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thì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trả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sở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kiểm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soát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tiến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sở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ban: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cần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phải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hóa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cụ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thể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phải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mang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lượng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rõ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rang,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chia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đối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tượng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xử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tiết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bằng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sở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xếp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loại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đề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giai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đoạn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tạm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ứng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endParaRPr lang="en-US" sz="1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5030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ở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nội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đội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1: BA/Tester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xem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FSD,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sinh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cần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một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log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tả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vể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dev lead.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2: Dev lead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xem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xét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(dev)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khả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team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để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3: Dev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tiếp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xử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4: Sau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dev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hoàn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thành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BA/ 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 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kết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thúc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chưa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sửa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BA/ 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dev ( quay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từ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1)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bởi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dự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án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luồng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bổ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sung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thêm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 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1: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log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Jira,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BA/ 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PrBBNKBIDV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 fontAlgn="base"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2: BA/ Tester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trách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nhiệm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kiểm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SIT/UAT.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phát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do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kèm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do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trả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jira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 </a:t>
            </a:r>
            <a:endParaRPr lang="en-US" sz="12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0"/>
              </a:spcAft>
              <a:buFont typeface="Courier New" panose="02070309020205020404" pitchFamily="49" charset="0"/>
              <a:buChar char="o"/>
            </a:pP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Nếu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phát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về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dev lead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kèm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tin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cụ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thể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giống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lỗi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nội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bộ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 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Bước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cuối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sau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 / Tester test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thành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SIT,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báo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UAT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chuyển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Jira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ngân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code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bàn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lên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môi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trường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UAT.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Luồng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lặp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lại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tới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khi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hàng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đóng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3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jira</a:t>
            </a:r>
            <a:r>
              <a:rPr lang="en-US" sz="13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</a:p>
          <a:p>
            <a:endParaRPr lang="en-US" sz="130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từng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thống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JIRA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phép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log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worklog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từng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(timesheet)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mỗi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mỗi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5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một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tuần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gian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chốt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worklog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thứ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6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hàng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tuần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luồng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quy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trình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đổi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tiếp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với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kiểm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đóng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dấu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tài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PM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cầu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ấn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văn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xin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dấu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ty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văn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phòng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làm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địa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điểm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sở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). Khi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mặt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đồng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nghĩa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phải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chờ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người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xử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=======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qua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với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mục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đích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vấn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liên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FIS.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gồm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chỉ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tiêu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</a:p>
          <a:p>
            <a:pPr marL="342900" marR="0" lvl="0" indent="-342900" algn="just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tham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lượng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hay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marL="342900" marR="0" lvl="0" indent="-342900" algn="just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Times New Roman" panose="02020603050405020304" pitchFamily="18" charset="0"/>
              <a:buChar char="-"/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tuân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thủ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ty bao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gồm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giờ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giấc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độ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tính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workplace,…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================ 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Tính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khoán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như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cũ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thưởng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cũ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gồm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đánh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giá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checkpoint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đoạn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Các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thưởng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tổng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hợp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chi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cuối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Đặc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điểm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chính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quả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kinh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doanh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gói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CBNV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thưởng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thường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tăng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thêm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Việc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CBNV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được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mềm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hay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lại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thuộc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Lấy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dụ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endParaRPr lang="en-US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indent="274320" algn="just">
              <a:spcBef>
                <a:spcPts val="600"/>
              </a:spcBef>
              <a:spcAft>
                <a:spcPts val="0"/>
              </a:spcAft>
            </a:pP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đoạn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sử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quỹ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lương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400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mỗi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đoạn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có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chậm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trễ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tiền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phòng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ban.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tế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PrBBNKBIDV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năm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2020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vừa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qua,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tình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hình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dịch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bệnh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SARS-COVI 2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diễn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biến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phức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tạp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tháng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3/2020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đóng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giai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GO-LIVE-2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khởi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vay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hệ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thống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khởi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tài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sản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đảm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bảo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tiền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sẽ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khoán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đúng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kế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hoạch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100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triệu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Do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bị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trượt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mốc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vì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yếu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khách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nên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toàn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đã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không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thể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nhận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số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tiền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này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Đây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vấn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đề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rất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anh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chị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trong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dự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án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quan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tâm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mong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muốn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khắc</a:t>
            </a:r>
            <a:r>
              <a:rPr lang="en-US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phục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465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7528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bao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gồm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cụ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KPI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batch job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đẩy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những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lập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chế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so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sánh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Người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dùng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nghĩa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tham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=&gt;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Phản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ánh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quả Công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KPI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sản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phẩm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Công ty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Cổ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Công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nghệ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An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toàn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tin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Truyền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Việt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Nam VNIST. </a:t>
            </a:r>
          </a:p>
          <a:p>
            <a:pPr>
              <a:lnSpc>
                <a:spcPct val="200000"/>
              </a:lnSpc>
            </a:pP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phạm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vi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văn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6916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bao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gồm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cụ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KPI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Tạo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batch job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đẩy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2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endParaRPr lang="en-US" sz="12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những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lập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chế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so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sánh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Người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dùng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nghĩa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tham</a:t>
            </a:r>
            <a:r>
              <a:rPr lang="en-US" sz="12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endParaRPr lang="en-US" sz="12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=&gt;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Phản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ánh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quả Công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KPI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200" b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200" b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200" b="1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sản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phẩm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Công ty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Cổ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Công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nghệ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An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toàn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tin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Truyền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Việt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Nam VNIST. </a:t>
            </a:r>
          </a:p>
          <a:p>
            <a:pPr>
              <a:lnSpc>
                <a:spcPct val="200000"/>
              </a:lnSpc>
            </a:pP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phạm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vi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50" i="1" dirty="0" err="1">
                <a:latin typeface="Verdana" panose="020B0604030504040204" pitchFamily="34" charset="0"/>
                <a:ea typeface="Verdana" panose="020B0604030504040204" pitchFamily="34" charset="0"/>
              </a:rPr>
              <a:t>văn</a:t>
            </a:r>
            <a:r>
              <a:rPr lang="en-US" sz="1050" i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2609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76695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3866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920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91619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5322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7334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94142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024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244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2641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0413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F9A174-BD37-4CF9-A3FC-30F95FD3068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6660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Rectangle 15"/>
          <p:cNvSpPr>
            <a:spLocks noChangeArrowheads="1"/>
          </p:cNvSpPr>
          <p:nvPr userDrawn="1"/>
        </p:nvSpPr>
        <p:spPr bwMode="white">
          <a:xfrm>
            <a:off x="9524" y="4649787"/>
            <a:ext cx="12182475" cy="2219325"/>
          </a:xfrm>
          <a:prstGeom prst="rect">
            <a:avLst/>
          </a:prstGeom>
          <a:solidFill>
            <a:schemeClr val="bg1">
              <a:lumMod val="75000"/>
              <a:alpha val="3098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7" name="AutoShape 21"/>
          <p:cNvSpPr>
            <a:spLocks noChangeArrowheads="1"/>
          </p:cNvSpPr>
          <p:nvPr userDrawn="1"/>
        </p:nvSpPr>
        <p:spPr bwMode="gray">
          <a:xfrm>
            <a:off x="10844276" y="5953124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8" name="AutoShape 22"/>
          <p:cNvSpPr>
            <a:spLocks noChangeArrowheads="1"/>
          </p:cNvSpPr>
          <p:nvPr userDrawn="1"/>
        </p:nvSpPr>
        <p:spPr bwMode="gray">
          <a:xfrm>
            <a:off x="11353800" y="5609968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9" name="AutoShape 23"/>
          <p:cNvSpPr>
            <a:spLocks noChangeArrowheads="1"/>
          </p:cNvSpPr>
          <p:nvPr userDrawn="1"/>
        </p:nvSpPr>
        <p:spPr bwMode="gray">
          <a:xfrm>
            <a:off x="11377675" y="6272212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75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4" name="Rectangle 23"/>
          <p:cNvSpPr>
            <a:spLocks noChangeArrowheads="1"/>
          </p:cNvSpPr>
          <p:nvPr userDrawn="1"/>
        </p:nvSpPr>
        <p:spPr bwMode="gray">
          <a:xfrm>
            <a:off x="11182476" y="-112756"/>
            <a:ext cx="1009524" cy="6970756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5" name="Rectangle 24"/>
          <p:cNvSpPr>
            <a:spLocks noChangeArrowheads="1"/>
          </p:cNvSpPr>
          <p:nvPr userDrawn="1"/>
        </p:nvSpPr>
        <p:spPr bwMode="gray">
          <a:xfrm>
            <a:off x="-1" y="1736727"/>
            <a:ext cx="12191999" cy="2911474"/>
          </a:xfrm>
          <a:prstGeom prst="rect">
            <a:avLst/>
          </a:prstGeom>
          <a:solidFill>
            <a:srgbClr val="002060"/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6" name="Freeform 20"/>
          <p:cNvSpPr>
            <a:spLocks/>
          </p:cNvSpPr>
          <p:nvPr userDrawn="1"/>
        </p:nvSpPr>
        <p:spPr bwMode="gray">
          <a:xfrm>
            <a:off x="-9525" y="1735141"/>
            <a:ext cx="11182476" cy="2674934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  <a:alpha val="72940"/>
            </a:schemeClr>
          </a:solidFill>
          <a:ln>
            <a:noFill/>
          </a:ln>
          <a:effectLst/>
        </p:spPr>
        <p:txBody>
          <a:bodyPr/>
          <a:lstStyle/>
          <a:p>
            <a:endParaRPr lang="en-US"/>
          </a:p>
        </p:txBody>
      </p:sp>
      <p:grpSp>
        <p:nvGrpSpPr>
          <p:cNvPr id="27" name="Group 116"/>
          <p:cNvGrpSpPr>
            <a:grpSpLocks/>
          </p:cNvGrpSpPr>
          <p:nvPr userDrawn="1"/>
        </p:nvGrpSpPr>
        <p:grpSpPr bwMode="auto">
          <a:xfrm>
            <a:off x="157548" y="1912208"/>
            <a:ext cx="3276600" cy="3314700"/>
            <a:chOff x="120" y="1464"/>
            <a:chExt cx="2064" cy="2088"/>
          </a:xfrm>
        </p:grpSpPr>
        <p:sp>
          <p:nvSpPr>
            <p:cNvPr id="28" name="AutoShape 113" descr="gdd01"/>
            <p:cNvSpPr>
              <a:spLocks noChangeArrowheads="1"/>
            </p:cNvSpPr>
            <p:nvPr userDrawn="1"/>
          </p:nvSpPr>
          <p:spPr bwMode="gray">
            <a:xfrm>
              <a:off x="120" y="1992"/>
              <a:ext cx="1104" cy="1008"/>
            </a:xfrm>
            <a:prstGeom prst="hexagon">
              <a:avLst>
                <a:gd name="adj" fmla="val 27381"/>
                <a:gd name="vf" fmla="val 115470"/>
              </a:avLst>
            </a:prstGeom>
            <a:blipFill dpi="0" rotWithShape="1">
              <a:blip r:embed="rId2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ko-KR" altLang="en-US">
                <a:latin typeface="Times New Roman" panose="02020603050405020304" pitchFamily="18" charset="0"/>
                <a:ea typeface="Gulim" panose="020B0600000101010101" pitchFamily="34" charset="-127"/>
              </a:endParaRPr>
            </a:p>
          </p:txBody>
        </p:sp>
        <p:sp>
          <p:nvSpPr>
            <p:cNvPr id="29" name="AutoShape 114" descr="gdd04"/>
            <p:cNvSpPr>
              <a:spLocks noChangeArrowheads="1"/>
            </p:cNvSpPr>
            <p:nvPr userDrawn="1"/>
          </p:nvSpPr>
          <p:spPr bwMode="gray">
            <a:xfrm>
              <a:off x="1032" y="146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3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ko-KR" altLang="en-US">
                <a:latin typeface="Times New Roman" panose="02020603050405020304" pitchFamily="18" charset="0"/>
                <a:ea typeface="Gulim" panose="020B0600000101010101" pitchFamily="34" charset="-127"/>
              </a:endParaRPr>
            </a:p>
          </p:txBody>
        </p:sp>
        <p:sp>
          <p:nvSpPr>
            <p:cNvPr id="30" name="AutoShape 115" descr="gdd03"/>
            <p:cNvSpPr>
              <a:spLocks noChangeArrowheads="1"/>
            </p:cNvSpPr>
            <p:nvPr userDrawn="1"/>
          </p:nvSpPr>
          <p:spPr bwMode="gray">
            <a:xfrm>
              <a:off x="1008" y="2544"/>
              <a:ext cx="1152" cy="1008"/>
            </a:xfrm>
            <a:prstGeom prst="hexagon">
              <a:avLst>
                <a:gd name="adj" fmla="val 28571"/>
                <a:gd name="vf" fmla="val 115470"/>
              </a:avLst>
            </a:prstGeom>
            <a:blipFill dpi="0" rotWithShape="1">
              <a:blip r:embed="rId4"/>
              <a:srcRect/>
              <a:stretch>
                <a:fillRect/>
              </a:stretch>
            </a:blip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125080" dir="1437749" algn="ctr" rotWithShape="0">
                <a:schemeClr val="bg2">
                  <a:alpha val="32001"/>
                </a:schemeClr>
              </a:outerShdw>
            </a:effec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>
                <a:defRPr/>
              </a:pPr>
              <a:endParaRPr lang="ko-KR" altLang="en-US">
                <a:latin typeface="Times New Roman" panose="02020603050405020304" pitchFamily="18" charset="0"/>
                <a:ea typeface="Gulim" panose="020B0600000101010101" pitchFamily="34" charset="-127"/>
              </a:endParaRPr>
            </a:p>
          </p:txBody>
        </p:sp>
      </p:grpSp>
      <p:pic>
        <p:nvPicPr>
          <p:cNvPr id="20" name="Picture 19">
            <a:extLst>
              <a:ext uri="{FF2B5EF4-FFF2-40B4-BE49-F238E27FC236}">
                <a16:creationId xmlns:a16="http://schemas.microsoft.com/office/drawing/2014/main" id="{FA583ACA-C03D-43D9-B8AA-CDB37DD82A8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811616" y="-1768678"/>
            <a:ext cx="6491020" cy="4510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00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271849"/>
            <a:ext cx="12192000" cy="61783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utoShape 21"/>
          <p:cNvSpPr>
            <a:spLocks noChangeArrowheads="1"/>
          </p:cNvSpPr>
          <p:nvPr userDrawn="1"/>
        </p:nvSpPr>
        <p:spPr bwMode="gray">
          <a:xfrm>
            <a:off x="11353800" y="5618249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4" name="AutoShape 21"/>
          <p:cNvSpPr>
            <a:spLocks noChangeArrowheads="1"/>
          </p:cNvSpPr>
          <p:nvPr userDrawn="1"/>
        </p:nvSpPr>
        <p:spPr bwMode="gray">
          <a:xfrm>
            <a:off x="10877550" y="5920367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5" name="AutoShape 21"/>
          <p:cNvSpPr>
            <a:spLocks noChangeArrowheads="1"/>
          </p:cNvSpPr>
          <p:nvPr userDrawn="1"/>
        </p:nvSpPr>
        <p:spPr bwMode="gray">
          <a:xfrm>
            <a:off x="11365127" y="6188075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7" name="Rectangle 16"/>
          <p:cNvSpPr>
            <a:spLocks noChangeArrowheads="1"/>
          </p:cNvSpPr>
          <p:nvPr userDrawn="1"/>
        </p:nvSpPr>
        <p:spPr bwMode="gray">
          <a:xfrm>
            <a:off x="11182476" y="0"/>
            <a:ext cx="1009524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9" name="AutoShape 21"/>
          <p:cNvSpPr>
            <a:spLocks noChangeArrowheads="1"/>
          </p:cNvSpPr>
          <p:nvPr userDrawn="1"/>
        </p:nvSpPr>
        <p:spPr bwMode="gray">
          <a:xfrm>
            <a:off x="147655" y="386551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0070C0"/>
          </a:solidFill>
          <a:ln w="25400">
            <a:solidFill>
              <a:schemeClr val="bg1"/>
            </a:solidFill>
          </a:ln>
          <a:effectLst>
            <a:glow>
              <a:schemeClr val="accent1"/>
            </a:glow>
            <a:outerShdw dist="50800" sx="1000" sy="1000" algn="ctr" rotWithShape="0">
              <a:srgbClr val="000000"/>
            </a:outerShdw>
            <a:reflection stA="50000" endPos="0" dir="5400000" sy="-100000" algn="bl" rotWithShape="0"/>
            <a:softEdge rad="0"/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16" name="AutoShape 21"/>
          <p:cNvSpPr>
            <a:spLocks noChangeArrowheads="1"/>
          </p:cNvSpPr>
          <p:nvPr userDrawn="1"/>
        </p:nvSpPr>
        <p:spPr bwMode="gray">
          <a:xfrm>
            <a:off x="604918" y="660382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FF9900"/>
          </a:solidFill>
          <a:ln w="25400">
            <a:solidFill>
              <a:schemeClr val="bg1"/>
            </a:solidFill>
          </a:ln>
          <a:effectLst>
            <a:glow>
              <a:schemeClr val="accent1"/>
            </a:glow>
            <a:outerShdw dist="50800" sx="1000" sy="1000" algn="ctr" rotWithShape="0">
              <a:srgbClr val="000000"/>
            </a:outerShdw>
            <a:reflection stA="50000" endPos="0" dir="5400000" sy="-100000" algn="bl" rotWithShape="0"/>
            <a:softEdge rad="0"/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sp>
        <p:nvSpPr>
          <p:cNvPr id="20" name="AutoShape 21"/>
          <p:cNvSpPr>
            <a:spLocks noChangeArrowheads="1"/>
          </p:cNvSpPr>
          <p:nvPr userDrawn="1"/>
        </p:nvSpPr>
        <p:spPr bwMode="gray">
          <a:xfrm>
            <a:off x="604918" y="118713"/>
            <a:ext cx="609600" cy="533400"/>
          </a:xfrm>
          <a:prstGeom prst="hexagon">
            <a:avLst>
              <a:gd name="adj" fmla="val 28571"/>
              <a:gd name="vf" fmla="val 115470"/>
            </a:avLst>
          </a:prstGeom>
          <a:solidFill>
            <a:srgbClr val="00B050"/>
          </a:solidFill>
          <a:ln w="25400">
            <a:solidFill>
              <a:schemeClr val="bg1"/>
            </a:solidFill>
          </a:ln>
          <a:effectLst>
            <a:glow>
              <a:schemeClr val="accent1"/>
            </a:glow>
            <a:outerShdw dist="50800" sx="1000" sy="1000" algn="ctr" rotWithShape="0">
              <a:srgbClr val="000000"/>
            </a:outerShdw>
            <a:reflection stA="50000" endPos="0" dir="5400000" sy="-100000" algn="bl" rotWithShape="0"/>
            <a:softEdge rad="0"/>
          </a:effec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/>
          </a:p>
        </p:txBody>
      </p:sp>
      <p:pic>
        <p:nvPicPr>
          <p:cNvPr id="21" name="Picture 20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82476" y="271849"/>
            <a:ext cx="1021345" cy="61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6644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5560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5638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2892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0573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53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20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821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5571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093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FC6D13-8211-4DDF-BE70-3D3E9CC80A4C}" type="datetimeFigureOut">
              <a:rPr lang="en-US" smtClean="0"/>
              <a:t>4/18/2021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F326D-EC31-433E-A15A-5F39DE1CDC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41838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094509" y="900545"/>
            <a:ext cx="10155382" cy="58604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vi-VN" sz="2800" b="1" dirty="0">
                <a:latin typeface="+mn-lt"/>
                <a:ea typeface="Verdana" panose="020B0604030504040204" pitchFamily="34" charset="0"/>
              </a:rPr>
              <a:t>LUẬN VĂN THẠC SỸ</a:t>
            </a:r>
            <a:endParaRPr lang="en-US" sz="2800" b="1" dirty="0">
              <a:latin typeface="+mn-lt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US" sz="1800" b="1" dirty="0">
                <a:latin typeface="+mn-lt"/>
                <a:ea typeface="Verdana" panose="020B0604030504040204" pitchFamily="34" charset="0"/>
              </a:rPr>
              <a:t>(HỆ KỸ THUẬT)</a:t>
            </a:r>
            <a:endParaRPr lang="vi-VN" sz="1800" b="1" dirty="0">
              <a:latin typeface="+mn-lt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vi-VN" sz="2100" b="1" dirty="0">
                <a:latin typeface="+mn-lt"/>
                <a:ea typeface="Verdana" panose="020B0604030504040204" pitchFamily="34" charset="0"/>
              </a:rPr>
              <a:t>Ngành: Công nghệ thông tin</a:t>
            </a:r>
          </a:p>
          <a:p>
            <a:pPr algn="ctr">
              <a:lnSpc>
                <a:spcPct val="150000"/>
              </a:lnSpc>
            </a:pPr>
            <a:endParaRPr lang="vi-VN" sz="2800" b="1" dirty="0">
              <a:latin typeface="+mn-lt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vi-VN" sz="1800" b="1" dirty="0">
                <a:latin typeface="+mn-lt"/>
                <a:ea typeface="Verdana" panose="020B0604030504040204" pitchFamily="34" charset="0"/>
              </a:rPr>
              <a:t>ĐỀ TÀI</a:t>
            </a:r>
          </a:p>
          <a:p>
            <a:pPr algn="ctr">
              <a:lnSpc>
                <a:spcPct val="150000"/>
              </a:lnSpc>
            </a:pPr>
            <a:r>
              <a:rPr lang="en-US" sz="1800" b="1" dirty="0" err="1">
                <a:latin typeface="+mn-lt"/>
                <a:ea typeface="Verdana" panose="020B0604030504040204" pitchFamily="34" charset="0"/>
              </a:rPr>
              <a:t>Hệ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thống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công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việc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đánh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+mn-lt"/>
                <a:ea typeface="Verdana" panose="020B0604030504040204" pitchFamily="34" charset="0"/>
              </a:rPr>
              <a:t>giá</a:t>
            </a:r>
            <a:r>
              <a:rPr lang="en-US" sz="1800" b="1" dirty="0">
                <a:latin typeface="+mn-lt"/>
                <a:ea typeface="Verdana" panose="020B0604030504040204" pitchFamily="34" charset="0"/>
              </a:rPr>
              <a:t> KPI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>
              <a:lnSpc>
                <a:spcPct val="150000"/>
              </a:lnSpc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92690CE-C451-427E-8209-3AB9576BC6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461949"/>
              </p:ext>
            </p:extLst>
          </p:nvPr>
        </p:nvGraphicFramePr>
        <p:xfrm>
          <a:off x="5721927" y="4550757"/>
          <a:ext cx="5140036" cy="203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7563">
                  <a:extLst>
                    <a:ext uri="{9D8B030D-6E8A-4147-A177-3AD203B41FA5}">
                      <a16:colId xmlns:a16="http://schemas.microsoft.com/office/drawing/2014/main" val="657563812"/>
                    </a:ext>
                  </a:extLst>
                </a:gridCol>
                <a:gridCol w="2812473">
                  <a:extLst>
                    <a:ext uri="{9D8B030D-6E8A-4147-A177-3AD203B41FA5}">
                      <a16:colId xmlns:a16="http://schemas.microsoft.com/office/drawing/2014/main" val="194528914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3930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Thực hiện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Nguyễn Công Sơn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297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Lớp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19AMMT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47736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Khóa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2019A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6440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</a:rPr>
                        <a:t>Giảng viên hướng dẫn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vi-VN" sz="1500" b="1" dirty="0">
                          <a:solidFill>
                            <a:schemeClr val="tx1"/>
                          </a:solidFill>
                          <a:latin typeface="+mn-lt"/>
                          <a:ea typeface="Verdana" panose="020B0604030504040204" pitchFamily="34" charset="0"/>
                        </a:rPr>
                        <a:t>TS. Vũ Thị Hương Giang</a:t>
                      </a:r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  <a:p>
                      <a:endParaRPr lang="en-US" sz="150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8973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07834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04257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MỤC LỤC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E5883B25-2CEF-4F89-91E7-0A41E3647E40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Nhu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cấp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Hiện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trạng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tại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PrBBNKBIDV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hướng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giải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pháp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AutoNum type="arabicPeriod"/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màn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hình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hướng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vi-VN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03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1.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Nhu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cầu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cấp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ngoài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ban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bằng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làm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sở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xếp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loại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Thu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thập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sẵn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sách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Áp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đề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động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giai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đoạn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tạm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ứng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án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00" dirty="0" err="1">
                <a:latin typeface="Verdana" panose="020B0604030504040204" pitchFamily="34" charset="0"/>
                <a:ea typeface="Verdana" panose="020B0604030504040204" pitchFamily="34" charset="0"/>
              </a:rPr>
              <a:t>Khoàn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8900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Hiện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trạng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tại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PrBBNKBIDV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369E437-6F14-4790-B3A9-C599175486F2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C532E1DD-B97A-4E9F-A6EC-7046DF961C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98776661"/>
              </p:ext>
            </p:extLst>
          </p:nvPr>
        </p:nvGraphicFramePr>
        <p:xfrm>
          <a:off x="2031999" y="1349216"/>
          <a:ext cx="8746837" cy="5181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091875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2.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Hiện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trạng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tại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PrBBNKBIDV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FFBC0F4-71B0-4159-B511-5FB7F7DAC7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24977933"/>
              </p:ext>
            </p:extLst>
          </p:nvPr>
        </p:nvGraphicFramePr>
        <p:xfrm>
          <a:off x="1681017" y="1136073"/>
          <a:ext cx="8829965" cy="5394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75087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9F8B5A-B8FA-4F97-A1FE-C3E813B2E862}"/>
              </a:ext>
            </a:extLst>
          </p:cNvPr>
          <p:cNvSpPr txBox="1">
            <a:spLocks/>
          </p:cNvSpPr>
          <p:nvPr/>
        </p:nvSpPr>
        <p:spPr>
          <a:xfrm>
            <a:off x="1103871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endParaRPr lang="en-US" sz="14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1188039E-0141-4704-8F7D-BFC88418C69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3517978"/>
              </p:ext>
            </p:extLst>
          </p:nvPr>
        </p:nvGraphicFramePr>
        <p:xfrm>
          <a:off x="789708" y="1136074"/>
          <a:ext cx="9888285" cy="51905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5" name="TextBox 24">
            <a:extLst>
              <a:ext uri="{FF2B5EF4-FFF2-40B4-BE49-F238E27FC236}">
                <a16:creationId xmlns:a16="http://schemas.microsoft.com/office/drawing/2014/main" id="{343FF9A5-DE26-4B44-AD14-DE2246E42B17}"/>
              </a:ext>
            </a:extLst>
          </p:cNvPr>
          <p:cNvSpPr txBox="1"/>
          <p:nvPr/>
        </p:nvSpPr>
        <p:spPr>
          <a:xfrm>
            <a:off x="171532" y="6406729"/>
            <a:ext cx="11585039" cy="349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(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là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sản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phẩm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Công ty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Cổ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Công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nghệ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An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toàn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tin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Truyền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Việt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Nam VNIST.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sử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dụng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phạm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vi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000" i="1" dirty="0" err="1">
                <a:latin typeface="Verdana" panose="020B0604030504040204" pitchFamily="34" charset="0"/>
                <a:ea typeface="Verdana" panose="020B0604030504040204" pitchFamily="34" charset="0"/>
              </a:rPr>
              <a:t>văn</a:t>
            </a:r>
            <a:r>
              <a:rPr lang="en-US" sz="1000" i="1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63C9A24-6222-430E-A86B-ADEA46D81E40}"/>
              </a:ext>
            </a:extLst>
          </p:cNvPr>
          <p:cNvSpPr txBox="1"/>
          <p:nvPr/>
        </p:nvSpPr>
        <p:spPr>
          <a:xfrm>
            <a:off x="1094509" y="1477220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1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1D5D384-FBE1-4932-ABB4-371D108283C7}"/>
              </a:ext>
            </a:extLst>
          </p:cNvPr>
          <p:cNvSpPr txBox="1"/>
          <p:nvPr/>
        </p:nvSpPr>
        <p:spPr>
          <a:xfrm>
            <a:off x="1572063" y="2446683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2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D831C30-4DE2-495B-B622-05E5D1682343}"/>
              </a:ext>
            </a:extLst>
          </p:cNvPr>
          <p:cNvSpPr txBox="1"/>
          <p:nvPr/>
        </p:nvSpPr>
        <p:spPr>
          <a:xfrm>
            <a:off x="1697637" y="3462197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3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C8E80A0-EC91-49F0-B8C1-5032F54B44A9}"/>
              </a:ext>
            </a:extLst>
          </p:cNvPr>
          <p:cNvSpPr txBox="1"/>
          <p:nvPr/>
        </p:nvSpPr>
        <p:spPr>
          <a:xfrm>
            <a:off x="1572063" y="4420104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4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142D83-85A6-4050-9BBD-3921A590BB95}"/>
              </a:ext>
            </a:extLst>
          </p:cNvPr>
          <p:cNvSpPr txBox="1"/>
          <p:nvPr/>
        </p:nvSpPr>
        <p:spPr>
          <a:xfrm>
            <a:off x="1103871" y="5382882"/>
            <a:ext cx="6495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sz="3200" dirty="0">
                <a:solidFill>
                  <a:srgbClr val="FF0000"/>
                </a:solidFill>
                <a:ea typeface="Verdana" panose="020B0604030504040204" pitchFamily="34" charset="0"/>
              </a:rPr>
              <a:t>5</a:t>
            </a: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68348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3.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Mục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C9F8B5A-B8FA-4F97-A1FE-C3E813B2E862}"/>
              </a:ext>
            </a:extLst>
          </p:cNvPr>
          <p:cNvSpPr txBox="1">
            <a:spLocks/>
          </p:cNvSpPr>
          <p:nvPr/>
        </p:nvSpPr>
        <p:spPr>
          <a:xfrm>
            <a:off x="1103871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endParaRPr lang="en-US" sz="14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D3B2867B-02DF-4EA7-8CBE-A527025207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78609080"/>
              </p:ext>
            </p:extLst>
          </p:nvPr>
        </p:nvGraphicFramePr>
        <p:xfrm>
          <a:off x="2094345" y="981276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51878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</a:t>
            </a:r>
            <a:r>
              <a:rPr lang="vi-VN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Định hướng giải pháp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hướng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giải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pháp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bao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gồm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độ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của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mỗi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nhiều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chí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trong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3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chỉ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ban,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thường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xuyên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đột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/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thập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nguồn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ngoài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qua batch job, API</a:t>
            </a:r>
          </a:p>
          <a:p>
            <a:pPr marL="285750" indent="-285750">
              <a:lnSpc>
                <a:spcPct val="300000"/>
              </a:lnSpc>
              <a:buFont typeface="Wingdings" panose="05000000000000000000" pitchFamily="2" charset="2"/>
              <a:buChar char="Ø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Cho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phép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lập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so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2562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4.</a:t>
            </a:r>
            <a:r>
              <a:rPr lang="vi-VN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Định hướng giải pháp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307782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1081775E-74D3-45B7-909E-9A467CEE5A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2016167"/>
              </p:ext>
            </p:extLst>
          </p:nvPr>
        </p:nvGraphicFramePr>
        <p:xfrm>
          <a:off x="2094345" y="111214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760310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5153891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8D3F18F6-A733-4E5F-BE72-594EDA27A3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82733531"/>
              </p:ext>
            </p:extLst>
          </p:nvPr>
        </p:nvGraphicFramePr>
        <p:xfrm>
          <a:off x="190500" y="1233055"/>
          <a:ext cx="11836400" cy="54525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3148940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5153891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93267813-4E46-44EA-866D-8243D023F92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0659695"/>
              </p:ext>
            </p:extLst>
          </p:nvPr>
        </p:nvGraphicFramePr>
        <p:xfrm>
          <a:off x="530102" y="2596075"/>
          <a:ext cx="4079997" cy="3521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C6445679-98A8-4A16-B0C1-B35B76A1CB42}"/>
              </a:ext>
            </a:extLst>
          </p:cNvPr>
          <p:cNvSpPr txBox="1"/>
          <p:nvPr/>
        </p:nvSpPr>
        <p:spPr>
          <a:xfrm>
            <a:off x="5144366" y="1956185"/>
            <a:ext cx="16612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về</a:t>
            </a:r>
            <a:r>
              <a:rPr lang="en-US" dirty="0"/>
              <a:t> RACI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251808D-4857-4E3D-B810-B4FB6D23E2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44366" y="2677643"/>
            <a:ext cx="6077816" cy="34401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23FF9D-5933-4D8F-A47D-54209244D304}"/>
              </a:ext>
            </a:extLst>
          </p:cNvPr>
          <p:cNvSpPr txBox="1"/>
          <p:nvPr/>
        </p:nvSpPr>
        <p:spPr>
          <a:xfrm>
            <a:off x="530102" y="1873727"/>
            <a:ext cx="1936172" cy="4517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Mô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hình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RACI</a:t>
            </a:r>
          </a:p>
        </p:txBody>
      </p:sp>
    </p:spTree>
    <p:extLst>
      <p:ext uri="{BB962C8B-B14F-4D97-AF65-F5344CB8AC3E}">
        <p14:creationId xmlns:p14="http://schemas.microsoft.com/office/powerpoint/2010/main" val="26155565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772EF80-283D-430D-9E76-E57276C2685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1510323"/>
              </p:ext>
            </p:extLst>
          </p:nvPr>
        </p:nvGraphicFramePr>
        <p:xfrm>
          <a:off x="6331647" y="1039042"/>
          <a:ext cx="4765844" cy="504310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8FA5953-D65C-474A-8845-EB1B27611ED6}"/>
              </a:ext>
            </a:extLst>
          </p:cNvPr>
          <p:cNvSpPr txBox="1"/>
          <p:nvPr/>
        </p:nvSpPr>
        <p:spPr>
          <a:xfrm>
            <a:off x="7638234" y="5846667"/>
            <a:ext cx="309903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Mô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hình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i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i="1" dirty="0">
                <a:latin typeface="Verdana" panose="020B0604030504040204" pitchFamily="34" charset="0"/>
                <a:ea typeface="Verdana" panose="020B0604030504040204" pitchFamily="34" charset="0"/>
              </a:rPr>
              <a:t> KPI</a:t>
            </a:r>
            <a:endParaRPr lang="en-US" i="1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30F3CD6-DA49-448C-983B-90F1D95E9330}"/>
              </a:ext>
            </a:extLst>
          </p:cNvPr>
          <p:cNvSpPr txBox="1">
            <a:spLocks/>
          </p:cNvSpPr>
          <p:nvPr/>
        </p:nvSpPr>
        <p:spPr>
          <a:xfrm>
            <a:off x="831392" y="1355398"/>
            <a:ext cx="5500255" cy="5272449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0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Quản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lý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nhiều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chí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có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định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lượng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tổng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chu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kỳ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cuối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năm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0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loại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từng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đối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tượng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7116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8" y="1136073"/>
            <a:ext cx="10551151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Đề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xuất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chi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phần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sang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dự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phòng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ban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nhân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viên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Cho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phép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lập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thức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so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trị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các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biểu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đồ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kê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quả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công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KPI</a:t>
            </a: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Đưa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ra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quả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tiền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250000"/>
              </a:lnSpc>
            </a:pP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=&gt; Công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việc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, KPI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được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phản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ánh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qua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lương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i="1" dirty="0" err="1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800" b="1" i="1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27166761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5.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Đóng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góp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595746" y="1136073"/>
            <a:ext cx="11049914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84E94C04-93F3-4517-B448-0FAC8809A6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3799898"/>
              </p:ext>
            </p:extLst>
          </p:nvPr>
        </p:nvGraphicFramePr>
        <p:xfrm>
          <a:off x="671031" y="1496291"/>
          <a:ext cx="10301769" cy="45997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556699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chức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năng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595746" y="1136073"/>
            <a:ext cx="11049914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BB2C8C6-4203-4891-88D9-957AA05C69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896" y="1510145"/>
            <a:ext cx="9569631" cy="4894925"/>
          </a:xfrm>
          <a:prstGeom prst="rect">
            <a:avLst/>
          </a:prstGeom>
          <a:ln w="31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940560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chức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năng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595746" y="1136073"/>
            <a:ext cx="11049914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77C22E-9CD7-42D8-8595-075E18931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304" y="1690254"/>
            <a:ext cx="10017610" cy="4840561"/>
          </a:xfrm>
          <a:prstGeom prst="rect">
            <a:avLst/>
          </a:prstGeom>
          <a:ln w="31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068660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chức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năng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595746" y="1136073"/>
            <a:ext cx="11049914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E23038-CEC7-4917-AF92-B8054B3BF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40" y="1290872"/>
            <a:ext cx="10551151" cy="539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7898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6.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Một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số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chức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năng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chính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595746" y="1136073"/>
            <a:ext cx="11049914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57CDE7-EC2C-4413-8CBD-51D261D06F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8478" y="1136073"/>
            <a:ext cx="9819013" cy="5598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8494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/>
          <p:cNvSpPr/>
          <p:nvPr/>
        </p:nvSpPr>
        <p:spPr>
          <a:xfrm>
            <a:off x="1333896" y="327184"/>
            <a:ext cx="988828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và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Hướng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2600" b="1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2600" b="1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endParaRPr lang="en-US" sz="2600" b="1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6309B9C-1924-4E7A-82A1-DDBA755727BE}"/>
              </a:ext>
            </a:extLst>
          </p:cNvPr>
          <p:cNvSpPr txBox="1">
            <a:spLocks/>
          </p:cNvSpPr>
          <p:nvPr/>
        </p:nvSpPr>
        <p:spPr>
          <a:xfrm>
            <a:off x="1094509" y="1136073"/>
            <a:ext cx="10127673" cy="5394743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lnSpc>
                <a:spcPct val="150000"/>
              </a:lnSpc>
              <a:buAutoNum type="arabicPeriod"/>
            </a:pPr>
            <a:endParaRPr lang="en-US" sz="18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6541AD8-9D9B-4D9C-BDFF-103129E96583}"/>
              </a:ext>
            </a:extLst>
          </p:cNvPr>
          <p:cNvSpPr txBox="1">
            <a:spLocks/>
          </p:cNvSpPr>
          <p:nvPr/>
        </p:nvSpPr>
        <p:spPr>
          <a:xfrm>
            <a:off x="1094508" y="1136073"/>
            <a:ext cx="10551151" cy="5549540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Kết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luận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đã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hoàn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thành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với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đúng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thiết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kế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mô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tả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ở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trên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Đánh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giá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nhiều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tiêu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chí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Tính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khoán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thưởng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tăng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nhập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DXClan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/ JIRA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Hướng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phát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b="1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r>
              <a:rPr lang="en-US" sz="1800" b="1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Tích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hợp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đầy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đủ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dữ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liệu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từ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JIRA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Triển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khai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vào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hệ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thống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chung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-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Hoàn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thiện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theo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trải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nghiệm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người</a:t>
            </a:r>
            <a:r>
              <a:rPr lang="en-US" sz="1800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en-US" sz="1800" dirty="0" err="1">
                <a:latin typeface="Verdana" panose="020B0604030504040204" pitchFamily="34" charset="0"/>
                <a:ea typeface="Verdana" panose="020B0604030504040204" pitchFamily="34" charset="0"/>
              </a:rPr>
              <a:t>dùng</a:t>
            </a:r>
            <a:endParaRPr lang="en-US" sz="1800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250000"/>
              </a:lnSpc>
              <a:buFontTx/>
              <a:buChar char="-"/>
            </a:pPr>
            <a:endParaRPr lang="en-US" sz="1800" b="1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8590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WordArt 6"/>
          <p:cNvSpPr>
            <a:spLocks noChangeArrowheads="1" noChangeShapeType="1" noTextEdit="1"/>
          </p:cNvSpPr>
          <p:nvPr/>
        </p:nvSpPr>
        <p:spPr bwMode="gray">
          <a:xfrm>
            <a:off x="4399085" y="2819400"/>
            <a:ext cx="4343400" cy="6096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</a:bodyPr>
          <a:lstStyle/>
          <a:p>
            <a:pPr algn="ctr"/>
            <a:r>
              <a:rPr lang="en-US" sz="3600" b="1" kern="10">
                <a:ln w="28575">
                  <a:solidFill>
                    <a:srgbClr val="FFFFFF"/>
                  </a:solidFill>
                  <a:round/>
                  <a:headEnd/>
                  <a:tailEnd/>
                </a:ln>
                <a:solidFill>
                  <a:schemeClr val="accent2">
                    <a:lumMod val="75000"/>
                  </a:schemeClr>
                </a:solidFill>
                <a:effectLst>
                  <a:glow rad="228600">
                    <a:schemeClr val="accent3">
                      <a:satMod val="175000"/>
                      <a:alpha val="40000"/>
                    </a:schemeClr>
                  </a:glow>
                  <a:outerShdw dist="71842" dir="2700000" algn="ctr" rotWithShape="0">
                    <a:schemeClr val="tx1">
                      <a:alpha val="50000"/>
                    </a:schemeClr>
                  </a:outerShdw>
                </a:effectLst>
                <a:cs typeface="Arial" panose="020B0604020202020204" pitchFamily="34" charset="0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62711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7654</TotalTime>
  <Words>2475</Words>
  <Application>Microsoft Office PowerPoint</Application>
  <PresentationFormat>Widescreen</PresentationFormat>
  <Paragraphs>253</Paragraphs>
  <Slides>20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Courier New</vt:lpstr>
      <vt:lpstr>Times New Roman</vt:lpstr>
      <vt:lpstr>Verdana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Tran Minh Luong (FIS HR HN)</dc:creator>
  <cp:lastModifiedBy>Nguyễn Công Sơn</cp:lastModifiedBy>
  <cp:revision>303</cp:revision>
  <dcterms:created xsi:type="dcterms:W3CDTF">2020-10-28T02:11:29Z</dcterms:created>
  <dcterms:modified xsi:type="dcterms:W3CDTF">2021-04-18T15:37:43Z</dcterms:modified>
</cp:coreProperties>
</file>